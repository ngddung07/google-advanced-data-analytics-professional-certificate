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4"/>
  </p:notesMasterIdLst>
  <p:sldIdLst>
    <p:sldId id="256"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1F187-8EF1-43C4-A62C-5E43BC13A26E}" v="6" dt="2026-04-01T06:21:16.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1339" y="-3005"/>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32" Type="http://schemas.microsoft.com/office/2015/10/relationships/revisionInfo" Target="revisionInfo.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31"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DANG DUNG#" userId="4f417bd5-f6f0-4d2d-a47b-d865b6e44374" providerId="ADAL" clId="{AB3E41C2-6534-4F41-8566-7F04D61C8197}"/>
    <pc:docChg chg="undo custSel modSld modMainMaster">
      <pc:chgData name="#NGUYEN DANG DUNG#" userId="4f417bd5-f6f0-4d2d-a47b-d865b6e44374" providerId="ADAL" clId="{AB3E41C2-6534-4F41-8566-7F04D61C8197}" dt="2026-04-01T06:49:26.746" v="1208" actId="14100"/>
      <pc:docMkLst>
        <pc:docMk/>
      </pc:docMkLst>
      <pc:sldChg chg="addSp delSp modSp mod">
        <pc:chgData name="#NGUYEN DANG DUNG#" userId="4f417bd5-f6f0-4d2d-a47b-d865b6e44374" providerId="ADAL" clId="{AB3E41C2-6534-4F41-8566-7F04D61C8197}" dt="2026-04-01T06:49:26.746" v="1208" actId="14100"/>
        <pc:sldMkLst>
          <pc:docMk/>
          <pc:sldMk cId="0" sldId="256"/>
        </pc:sldMkLst>
        <pc:spChg chg="add del">
          <ac:chgData name="#NGUYEN DANG DUNG#" userId="4f417bd5-f6f0-4d2d-a47b-d865b6e44374" providerId="ADAL" clId="{AB3E41C2-6534-4F41-8566-7F04D61C8197}" dt="2026-04-01T05:48:47.307" v="5" actId="22"/>
          <ac:spMkLst>
            <pc:docMk/>
            <pc:sldMk cId="0" sldId="256"/>
            <ac:spMk id="3" creationId="{384746A5-84BB-FBDA-8998-E31D55021846}"/>
          </ac:spMkLst>
        </pc:spChg>
        <pc:spChg chg="add del mod">
          <ac:chgData name="#NGUYEN DANG DUNG#" userId="4f417bd5-f6f0-4d2d-a47b-d865b6e44374" providerId="ADAL" clId="{AB3E41C2-6534-4F41-8566-7F04D61C8197}" dt="2026-04-01T06:41:36.736" v="1194" actId="22"/>
          <ac:spMkLst>
            <pc:docMk/>
            <pc:sldMk cId="0" sldId="256"/>
            <ac:spMk id="3" creationId="{BCCBBEA5-F26A-7666-0A16-7EA9E33C59CF}"/>
          </ac:spMkLst>
        </pc:spChg>
        <pc:spChg chg="add mod">
          <ac:chgData name="#NGUYEN DANG DUNG#" userId="4f417bd5-f6f0-4d2d-a47b-d865b6e44374" providerId="ADAL" clId="{AB3E41C2-6534-4F41-8566-7F04D61C8197}" dt="2026-04-01T05:52:19.828" v="59" actId="20577"/>
          <ac:spMkLst>
            <pc:docMk/>
            <pc:sldMk cId="0" sldId="256"/>
            <ac:spMk id="4" creationId="{94717915-F083-694D-2C06-AAF8B520B37C}"/>
          </ac:spMkLst>
        </pc:spChg>
        <pc:spChg chg="add del">
          <ac:chgData name="#NGUYEN DANG DUNG#" userId="4f417bd5-f6f0-4d2d-a47b-d865b6e44374" providerId="ADAL" clId="{AB3E41C2-6534-4F41-8566-7F04D61C8197}" dt="2026-04-01T06:41:48.070" v="1196" actId="22"/>
          <ac:spMkLst>
            <pc:docMk/>
            <pc:sldMk cId="0" sldId="256"/>
            <ac:spMk id="6" creationId="{CC39C9CA-2595-2979-2E77-6E7B10DA9CB3}"/>
          </ac:spMkLst>
        </pc:spChg>
        <pc:spChg chg="add del mod">
          <ac:chgData name="#NGUYEN DANG DUNG#" userId="4f417bd5-f6f0-4d2d-a47b-d865b6e44374" providerId="ADAL" clId="{AB3E41C2-6534-4F41-8566-7F04D61C8197}" dt="2026-04-01T06:42:02.105" v="1199" actId="478"/>
          <ac:spMkLst>
            <pc:docMk/>
            <pc:sldMk cId="0" sldId="256"/>
            <ac:spMk id="8" creationId="{B39185BF-7747-5719-C1C8-0C6766B069D3}"/>
          </ac:spMkLst>
        </pc:spChg>
        <pc:spChg chg="del mod">
          <ac:chgData name="#NGUYEN DANG DUNG#" userId="4f417bd5-f6f0-4d2d-a47b-d865b6e44374" providerId="ADAL" clId="{AB3E41C2-6534-4F41-8566-7F04D61C8197}" dt="2026-04-01T05:48:39.387" v="1" actId="478"/>
          <ac:spMkLst>
            <pc:docMk/>
            <pc:sldMk cId="0" sldId="256"/>
            <ac:spMk id="358" creationId="{00000000-0000-0000-0000-000000000000}"/>
          </ac:spMkLst>
        </pc:spChg>
        <pc:spChg chg="del mod">
          <ac:chgData name="#NGUYEN DANG DUNG#" userId="4f417bd5-f6f0-4d2d-a47b-d865b6e44374" providerId="ADAL" clId="{AB3E41C2-6534-4F41-8566-7F04D61C8197}" dt="2026-04-01T05:48:43.760" v="3" actId="478"/>
          <ac:spMkLst>
            <pc:docMk/>
            <pc:sldMk cId="0" sldId="256"/>
            <ac:spMk id="359" creationId="{00000000-0000-0000-0000-000000000000}"/>
          </ac:spMkLst>
        </pc:spChg>
        <pc:spChg chg="mod">
          <ac:chgData name="#NGUYEN DANG DUNG#" userId="4f417bd5-f6f0-4d2d-a47b-d865b6e44374" providerId="ADAL" clId="{AB3E41C2-6534-4F41-8566-7F04D61C8197}" dt="2026-04-01T06:26:43.163" v="1190" actId="1076"/>
          <ac:spMkLst>
            <pc:docMk/>
            <pc:sldMk cId="0" sldId="256"/>
            <ac:spMk id="361" creationId="{00000000-0000-0000-0000-000000000000}"/>
          </ac:spMkLst>
        </pc:spChg>
        <pc:spChg chg="mod">
          <ac:chgData name="#NGUYEN DANG DUNG#" userId="4f417bd5-f6f0-4d2d-a47b-d865b6e44374" providerId="ADAL" clId="{AB3E41C2-6534-4F41-8566-7F04D61C8197}" dt="2026-04-01T06:26:06.690" v="1186" actId="255"/>
          <ac:spMkLst>
            <pc:docMk/>
            <pc:sldMk cId="0" sldId="256"/>
            <ac:spMk id="362" creationId="{00000000-0000-0000-0000-000000000000}"/>
          </ac:spMkLst>
        </pc:spChg>
        <pc:spChg chg="mod">
          <ac:chgData name="#NGUYEN DANG DUNG#" userId="4f417bd5-f6f0-4d2d-a47b-d865b6e44374" providerId="ADAL" clId="{AB3E41C2-6534-4F41-8566-7F04D61C8197}" dt="2026-04-01T06:25:56.944" v="1185" actId="1076"/>
          <ac:spMkLst>
            <pc:docMk/>
            <pc:sldMk cId="0" sldId="256"/>
            <ac:spMk id="363" creationId="{00000000-0000-0000-0000-000000000000}"/>
          </ac:spMkLst>
        </pc:spChg>
        <pc:spChg chg="mod">
          <ac:chgData name="#NGUYEN DANG DUNG#" userId="4f417bd5-f6f0-4d2d-a47b-d865b6e44374" providerId="ADAL" clId="{AB3E41C2-6534-4F41-8566-7F04D61C8197}" dt="2026-04-01T06:26:31.488" v="1189" actId="255"/>
          <ac:spMkLst>
            <pc:docMk/>
            <pc:sldMk cId="0" sldId="256"/>
            <ac:spMk id="364" creationId="{00000000-0000-0000-0000-000000000000}"/>
          </ac:spMkLst>
        </pc:spChg>
        <pc:spChg chg="mod">
          <ac:chgData name="#NGUYEN DANG DUNG#" userId="4f417bd5-f6f0-4d2d-a47b-d865b6e44374" providerId="ADAL" clId="{AB3E41C2-6534-4F41-8566-7F04D61C8197}" dt="2026-04-01T06:26:11.007" v="1187" actId="255"/>
          <ac:spMkLst>
            <pc:docMk/>
            <pc:sldMk cId="0" sldId="256"/>
            <ac:spMk id="365" creationId="{00000000-0000-0000-0000-000000000000}"/>
          </ac:spMkLst>
        </pc:spChg>
        <pc:spChg chg="mod">
          <ac:chgData name="#NGUYEN DANG DUNG#" userId="4f417bd5-f6f0-4d2d-a47b-d865b6e44374" providerId="ADAL" clId="{AB3E41C2-6534-4F41-8566-7F04D61C8197}" dt="2026-04-01T06:26:23.230" v="1188" actId="1076"/>
          <ac:spMkLst>
            <pc:docMk/>
            <pc:sldMk cId="0" sldId="256"/>
            <ac:spMk id="366" creationId="{00000000-0000-0000-0000-000000000000}"/>
          </ac:spMkLst>
        </pc:spChg>
        <pc:picChg chg="add mod">
          <ac:chgData name="#NGUYEN DANG DUNG#" userId="4f417bd5-f6f0-4d2d-a47b-d865b6e44374" providerId="ADAL" clId="{AB3E41C2-6534-4F41-8566-7F04D61C8197}" dt="2026-04-01T06:49:26.746" v="1208" actId="14100"/>
          <ac:picMkLst>
            <pc:docMk/>
            <pc:sldMk cId="0" sldId="256"/>
            <ac:picMk id="10" creationId="{03E7CACA-5580-8863-538A-2E24FC778704}"/>
          </ac:picMkLst>
        </pc:picChg>
        <pc:picChg chg="del mod">
          <ac:chgData name="#NGUYEN DANG DUNG#" userId="4f417bd5-f6f0-4d2d-a47b-d865b6e44374" providerId="ADAL" clId="{AB3E41C2-6534-4F41-8566-7F04D61C8197}" dt="2026-04-01T06:48:58.689" v="1200" actId="478"/>
          <ac:picMkLst>
            <pc:docMk/>
            <pc:sldMk cId="0" sldId="256"/>
            <ac:picMk id="360" creationId="{00000000-0000-0000-0000-000000000000}"/>
          </ac:picMkLst>
        </pc:picChg>
      </pc:sldChg>
      <pc:sldMasterChg chg="modSldLayout">
        <pc:chgData name="#NGUYEN DANG DUNG#" userId="4f417bd5-f6f0-4d2d-a47b-d865b6e44374" providerId="ADAL" clId="{AB3E41C2-6534-4F41-8566-7F04D61C8197}" dt="2026-04-01T05:48:57.778" v="12" actId="27636"/>
        <pc:sldMasterMkLst>
          <pc:docMk/>
          <pc:sldMasterMk cId="0" sldId="2147483660"/>
        </pc:sldMasterMkLst>
        <pc:sldLayoutChg chg="modSp mod">
          <pc:chgData name="#NGUYEN DANG DUNG#" userId="4f417bd5-f6f0-4d2d-a47b-d865b6e44374" providerId="ADAL" clId="{AB3E41C2-6534-4F41-8566-7F04D61C8197}" dt="2026-04-01T05:48:57.739" v="7" actId="27636"/>
          <pc:sldLayoutMkLst>
            <pc:docMk/>
            <pc:sldMasterMk cId="0" sldId="2147483660"/>
            <pc:sldLayoutMk cId="0" sldId="2147483648"/>
          </pc:sldLayoutMkLst>
          <pc:spChg chg="mod">
            <ac:chgData name="#NGUYEN DANG DUNG#" userId="4f417bd5-f6f0-4d2d-a47b-d865b6e44374" providerId="ADAL" clId="{AB3E41C2-6534-4F41-8566-7F04D61C8197}" dt="2026-04-01T05:48:57.739" v="7" actId="27636"/>
            <ac:spMkLst>
              <pc:docMk/>
              <pc:sldMasterMk cId="0" sldId="2147483660"/>
              <pc:sldLayoutMk cId="0" sldId="2147483648"/>
              <ac:spMk id="64" creationId="{00000000-0000-0000-0000-000000000000}"/>
            </ac:spMkLst>
          </pc:spChg>
        </pc:sldLayoutChg>
        <pc:sldLayoutChg chg="modSp mod">
          <pc:chgData name="#NGUYEN DANG DUNG#" userId="4f417bd5-f6f0-4d2d-a47b-d865b6e44374" providerId="ADAL" clId="{AB3E41C2-6534-4F41-8566-7F04D61C8197}" dt="2026-04-01T05:48:57.756" v="9" actId="27636"/>
          <pc:sldLayoutMkLst>
            <pc:docMk/>
            <pc:sldMasterMk cId="0" sldId="2147483660"/>
            <pc:sldLayoutMk cId="0" sldId="2147483649"/>
          </pc:sldLayoutMkLst>
          <pc:spChg chg="mod">
            <ac:chgData name="#NGUYEN DANG DUNG#" userId="4f417bd5-f6f0-4d2d-a47b-d865b6e44374" providerId="ADAL" clId="{AB3E41C2-6534-4F41-8566-7F04D61C8197}" dt="2026-04-01T05:48:57.754" v="8" actId="27636"/>
            <ac:spMkLst>
              <pc:docMk/>
              <pc:sldMasterMk cId="0" sldId="2147483660"/>
              <pc:sldLayoutMk cId="0" sldId="2147483649"/>
              <ac:spMk id="80" creationId="{00000000-0000-0000-0000-000000000000}"/>
            </ac:spMkLst>
          </pc:spChg>
          <pc:spChg chg="mod">
            <ac:chgData name="#NGUYEN DANG DUNG#" userId="4f417bd5-f6f0-4d2d-a47b-d865b6e44374" providerId="ADAL" clId="{AB3E41C2-6534-4F41-8566-7F04D61C8197}" dt="2026-04-01T05:48:57.756" v="9" actId="27636"/>
            <ac:spMkLst>
              <pc:docMk/>
              <pc:sldMasterMk cId="0" sldId="2147483660"/>
              <pc:sldLayoutMk cId="0" sldId="2147483649"/>
              <ac:spMk id="104" creationId="{00000000-0000-0000-0000-000000000000}"/>
            </ac:spMkLst>
          </pc:spChg>
        </pc:sldLayoutChg>
        <pc:sldLayoutChg chg="modSp mod">
          <pc:chgData name="#NGUYEN DANG DUNG#" userId="4f417bd5-f6f0-4d2d-a47b-d865b6e44374" providerId="ADAL" clId="{AB3E41C2-6534-4F41-8566-7F04D61C8197}" dt="2026-04-01T05:48:57.767" v="11" actId="27636"/>
          <pc:sldLayoutMkLst>
            <pc:docMk/>
            <pc:sldMasterMk cId="0" sldId="2147483660"/>
            <pc:sldLayoutMk cId="0" sldId="2147483650"/>
          </pc:sldLayoutMkLst>
          <pc:spChg chg="mod">
            <ac:chgData name="#NGUYEN DANG DUNG#" userId="4f417bd5-f6f0-4d2d-a47b-d865b6e44374" providerId="ADAL" clId="{AB3E41C2-6534-4F41-8566-7F04D61C8197}" dt="2026-04-01T05:48:57.767" v="11" actId="27636"/>
            <ac:spMkLst>
              <pc:docMk/>
              <pc:sldMasterMk cId="0" sldId="2147483660"/>
              <pc:sldLayoutMk cId="0" sldId="2147483650"/>
              <ac:spMk id="148" creationId="{00000000-0000-0000-0000-000000000000}"/>
            </ac:spMkLst>
          </pc:spChg>
          <pc:spChg chg="mod">
            <ac:chgData name="#NGUYEN DANG DUNG#" userId="4f417bd5-f6f0-4d2d-a47b-d865b6e44374" providerId="ADAL" clId="{AB3E41C2-6534-4F41-8566-7F04D61C8197}" dt="2026-04-01T05:48:57.760" v="10" actId="27636"/>
            <ac:spMkLst>
              <pc:docMk/>
              <pc:sldMasterMk cId="0" sldId="2147483660"/>
              <pc:sldLayoutMk cId="0" sldId="2147483650"/>
              <ac:spMk id="152" creationId="{00000000-0000-0000-0000-000000000000}"/>
            </ac:spMkLst>
          </pc:spChg>
        </pc:sldLayoutChg>
        <pc:sldLayoutChg chg="modSp mod">
          <pc:chgData name="#NGUYEN DANG DUNG#" userId="4f417bd5-f6f0-4d2d-a47b-d865b6e44374" providerId="ADAL" clId="{AB3E41C2-6534-4F41-8566-7F04D61C8197}" dt="2026-04-01T05:48:57.778" v="12" actId="27636"/>
          <pc:sldLayoutMkLst>
            <pc:docMk/>
            <pc:sldMasterMk cId="0" sldId="2147483660"/>
            <pc:sldLayoutMk cId="0" sldId="2147483651"/>
          </pc:sldLayoutMkLst>
          <pc:spChg chg="mod">
            <ac:chgData name="#NGUYEN DANG DUNG#" userId="4f417bd5-f6f0-4d2d-a47b-d865b6e44374" providerId="ADAL" clId="{AB3E41C2-6534-4F41-8566-7F04D61C8197}" dt="2026-04-01T05:48:57.778" v="12" actId="27636"/>
            <ac:spMkLst>
              <pc:docMk/>
              <pc:sldMasterMk cId="0" sldId="2147483660"/>
              <pc:sldLayoutMk cId="0" sldId="2147483651"/>
              <ac:spMk id="179" creationId="{00000000-0000-0000-0000-000000000000}"/>
            </ac:spMkLst>
          </pc:spChg>
        </pc:sldLayoutChg>
      </pc:sldMasterChg>
      <pc:sldMasterChg chg="modSldLayout">
        <pc:chgData name="#NGUYEN DANG DUNG#" userId="4f417bd5-f6f0-4d2d-a47b-d865b6e44374" providerId="ADAL" clId="{AB3E41C2-6534-4F41-8566-7F04D61C8197}" dt="2026-04-01T05:48:57.807" v="15" actId="27636"/>
        <pc:sldMasterMkLst>
          <pc:docMk/>
          <pc:sldMasterMk cId="0" sldId="2147483661"/>
        </pc:sldMasterMkLst>
        <pc:sldLayoutChg chg="modSp mod">
          <pc:chgData name="#NGUYEN DANG DUNG#" userId="4f417bd5-f6f0-4d2d-a47b-d865b6e44374" providerId="ADAL" clId="{AB3E41C2-6534-4F41-8566-7F04D61C8197}" dt="2026-04-01T05:48:57.797" v="14" actId="27636"/>
          <pc:sldLayoutMkLst>
            <pc:docMk/>
            <pc:sldMasterMk cId="0" sldId="2147483661"/>
            <pc:sldLayoutMk cId="0" sldId="2147483655"/>
          </pc:sldLayoutMkLst>
          <pc:spChg chg="mod">
            <ac:chgData name="#NGUYEN DANG DUNG#" userId="4f417bd5-f6f0-4d2d-a47b-d865b6e44374" providerId="ADAL" clId="{AB3E41C2-6534-4F41-8566-7F04D61C8197}" dt="2026-04-01T05:48:57.791" v="13" actId="27636"/>
            <ac:spMkLst>
              <pc:docMk/>
              <pc:sldMasterMk cId="0" sldId="2147483661"/>
              <pc:sldLayoutMk cId="0" sldId="2147483655"/>
              <ac:spMk id="258" creationId="{00000000-0000-0000-0000-000000000000}"/>
            </ac:spMkLst>
          </pc:spChg>
          <pc:spChg chg="mod">
            <ac:chgData name="#NGUYEN DANG DUNG#" userId="4f417bd5-f6f0-4d2d-a47b-d865b6e44374" providerId="ADAL" clId="{AB3E41C2-6534-4F41-8566-7F04D61C8197}" dt="2026-04-01T05:48:57.797" v="14" actId="27636"/>
            <ac:spMkLst>
              <pc:docMk/>
              <pc:sldMasterMk cId="0" sldId="2147483661"/>
              <pc:sldLayoutMk cId="0" sldId="2147483655"/>
              <ac:spMk id="282" creationId="{00000000-0000-0000-0000-000000000000}"/>
            </ac:spMkLst>
          </pc:spChg>
        </pc:sldLayoutChg>
        <pc:sldLayoutChg chg="modSp mod">
          <pc:chgData name="#NGUYEN DANG DUNG#" userId="4f417bd5-f6f0-4d2d-a47b-d865b6e44374" providerId="ADAL" clId="{AB3E41C2-6534-4F41-8566-7F04D61C8197}" dt="2026-04-01T05:48:57.807" v="15" actId="27636"/>
          <pc:sldLayoutMkLst>
            <pc:docMk/>
            <pc:sldMasterMk cId="0" sldId="2147483661"/>
            <pc:sldLayoutMk cId="0" sldId="2147483656"/>
          </pc:sldLayoutMkLst>
          <pc:spChg chg="mod">
            <ac:chgData name="#NGUYEN DANG DUNG#" userId="4f417bd5-f6f0-4d2d-a47b-d865b6e44374" providerId="ADAL" clId="{AB3E41C2-6534-4F41-8566-7F04D61C8197}" dt="2026-04-01T05:48:57.807" v="15" actId="27636"/>
            <ac:spMkLst>
              <pc:docMk/>
              <pc:sldMasterMk cId="0" sldId="2147483661"/>
              <pc:sldLayoutMk cId="0" sldId="2147483656"/>
              <ac:spMk id="324"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d0dca3cdca_0_31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d0dca3cdca_0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a:stCxn id="67"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8" name="Google Shape;68;p3"/>
          <p:cNvGrpSpPr/>
          <p:nvPr/>
        </p:nvGrpSpPr>
        <p:grpSpPr>
          <a:xfrm>
            <a:off x="190345" y="900758"/>
            <a:ext cx="7581747" cy="5906"/>
            <a:chOff x="1890075" y="5241175"/>
            <a:chExt cx="4240556" cy="257700"/>
          </a:xfrm>
        </p:grpSpPr>
        <p:sp>
          <p:nvSpPr>
            <p:cNvPr id="69" name="Google Shape;69;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3"/>
          <p:cNvGrpSpPr/>
          <p:nvPr/>
        </p:nvGrpSpPr>
        <p:grpSpPr>
          <a:xfrm>
            <a:off x="190320" y="900657"/>
            <a:ext cx="7581691" cy="5901"/>
            <a:chOff x="1890075" y="5241175"/>
            <a:chExt cx="4240556" cy="257700"/>
          </a:xfrm>
        </p:grpSpPr>
        <p:sp>
          <p:nvSpPr>
            <p:cNvPr id="83" name="Google Shape;83;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4" name="Google Shape;84;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5" name="Google Shape;85;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7" name="Google Shape;87;p3"/>
          <p:cNvGrpSpPr/>
          <p:nvPr/>
        </p:nvGrpSpPr>
        <p:grpSpPr>
          <a:xfrm>
            <a:off x="190320" y="931759"/>
            <a:ext cx="7581691" cy="5901"/>
            <a:chOff x="1890075" y="5241175"/>
            <a:chExt cx="4240556" cy="257700"/>
          </a:xfrm>
        </p:grpSpPr>
        <p:sp>
          <p:nvSpPr>
            <p:cNvPr id="88" name="Google Shape;8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7" name="Google Shape;67;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9" name="Google Shape;89;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0" name="Google Shape;90;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1" name="Google Shape;91;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2" name="Google Shape;92;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3" name="Google Shape;93;p3"/>
          <p:cNvGrpSpPr/>
          <p:nvPr/>
        </p:nvGrpSpPr>
        <p:grpSpPr>
          <a:xfrm>
            <a:off x="172024" y="1040825"/>
            <a:ext cx="137818" cy="187200"/>
            <a:chOff x="507100" y="1997600"/>
            <a:chExt cx="158375" cy="187200"/>
          </a:xfrm>
        </p:grpSpPr>
        <p:sp>
          <p:nvSpPr>
            <p:cNvPr id="94" name="Google Shape;94;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7" name="Google Shape;97;p3"/>
          <p:cNvGrpSpPr/>
          <p:nvPr/>
        </p:nvGrpSpPr>
        <p:grpSpPr>
          <a:xfrm>
            <a:off x="190349" y="2907725"/>
            <a:ext cx="137818" cy="187200"/>
            <a:chOff x="507100" y="1540400"/>
            <a:chExt cx="158375" cy="187200"/>
          </a:xfrm>
        </p:grpSpPr>
        <p:sp>
          <p:nvSpPr>
            <p:cNvPr id="98" name="Google Shape;98;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1" name="Google Shape;101;p3"/>
          <p:cNvGrpSpPr/>
          <p:nvPr/>
        </p:nvGrpSpPr>
        <p:grpSpPr>
          <a:xfrm>
            <a:off x="172024" y="5506200"/>
            <a:ext cx="137818" cy="187200"/>
            <a:chOff x="507100" y="1997600"/>
            <a:chExt cx="158375" cy="187200"/>
          </a:xfrm>
        </p:grpSpPr>
        <p:sp>
          <p:nvSpPr>
            <p:cNvPr id="102" name="Google Shape;102;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5" name="Google Shape;105;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6" name="Google Shape;106;p3"/>
          <p:cNvGrpSpPr/>
          <p:nvPr/>
        </p:nvGrpSpPr>
        <p:grpSpPr>
          <a:xfrm>
            <a:off x="172024" y="7607808"/>
            <a:ext cx="137818" cy="187200"/>
            <a:chOff x="507100" y="1997600"/>
            <a:chExt cx="158375" cy="187200"/>
          </a:xfrm>
        </p:grpSpPr>
        <p:sp>
          <p:nvSpPr>
            <p:cNvPr id="107" name="Google Shape;107;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0" name="Google Shape;110;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1" name="Google Shape;111;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2"/>
        <p:cNvGrpSpPr/>
        <p:nvPr/>
      </p:nvGrpSpPr>
      <p:grpSpPr>
        <a:xfrm>
          <a:off x="0" y="0"/>
          <a:ext cx="0" cy="0"/>
          <a:chOff x="0" y="0"/>
          <a:chExt cx="0" cy="0"/>
        </a:xfrm>
      </p:grpSpPr>
      <p:cxnSp>
        <p:nvCxnSpPr>
          <p:cNvPr id="113" name="Google Shape;113;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4" name="Google Shape;114;p4"/>
          <p:cNvGrpSpPr/>
          <p:nvPr/>
        </p:nvGrpSpPr>
        <p:grpSpPr>
          <a:xfrm>
            <a:off x="404725" y="1300475"/>
            <a:ext cx="6908400" cy="72025"/>
            <a:chOff x="404725" y="1681475"/>
            <a:chExt cx="6908400" cy="72025"/>
          </a:xfrm>
        </p:grpSpPr>
        <p:cxnSp>
          <p:nvCxnSpPr>
            <p:cNvPr id="115" name="Google Shape;115;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6" name="Google Shape;116;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7" name="Google Shape;117;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8" name="Google Shape;118;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9" name="Google Shape;119;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0" name="Google Shape;120;p4"/>
          <p:cNvGrpSpPr/>
          <p:nvPr/>
        </p:nvGrpSpPr>
        <p:grpSpPr>
          <a:xfrm>
            <a:off x="417975" y="1504250"/>
            <a:ext cx="2357775" cy="410125"/>
            <a:chOff x="417975" y="1885250"/>
            <a:chExt cx="2357775" cy="410125"/>
          </a:xfrm>
        </p:grpSpPr>
        <p:sp>
          <p:nvSpPr>
            <p:cNvPr id="121" name="Google Shape;121;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417975" y="3276600"/>
            <a:ext cx="2357775" cy="410125"/>
            <a:chOff x="265575" y="3352800"/>
            <a:chExt cx="2357775" cy="410125"/>
          </a:xfrm>
        </p:grpSpPr>
        <p:sp>
          <p:nvSpPr>
            <p:cNvPr id="126" name="Google Shape;126;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3872044" y="3276600"/>
            <a:ext cx="2747987" cy="410125"/>
            <a:chOff x="3567313" y="3200400"/>
            <a:chExt cx="2357775" cy="410125"/>
          </a:xfrm>
        </p:grpSpPr>
        <p:sp>
          <p:nvSpPr>
            <p:cNvPr id="131" name="Google Shape;131;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417963" y="6597750"/>
            <a:ext cx="2357775" cy="410125"/>
            <a:chOff x="-39237" y="6140550"/>
            <a:chExt cx="2357775" cy="410125"/>
          </a:xfrm>
        </p:grpSpPr>
        <p:sp>
          <p:nvSpPr>
            <p:cNvPr id="136" name="Google Shape;136;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1" name="Google Shape;141;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2" name="Google Shape;142;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3" name="Google Shape;143;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4" name="Google Shape;144;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5" name="Google Shape;145;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6" name="Google Shape;146;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7" name="Google Shape;147;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8" name="Google Shape;148;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49" name="Google Shape;149;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0" name="Google Shape;150;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1" name="Google Shape;151;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2" name="Google Shape;152;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3"/>
        <p:cNvGrpSpPr/>
        <p:nvPr/>
      </p:nvGrpSpPr>
      <p:grpSpPr>
        <a:xfrm>
          <a:off x="0" y="0"/>
          <a:ext cx="0" cy="0"/>
          <a:chOff x="0" y="0"/>
          <a:chExt cx="0" cy="0"/>
        </a:xfrm>
      </p:grpSpPr>
      <p:sp>
        <p:nvSpPr>
          <p:cNvPr id="154" name="Google Shape;154;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55" name="Google Shape;155;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56" name="Google Shape;156;p5"/>
          <p:cNvGrpSpPr/>
          <p:nvPr/>
        </p:nvGrpSpPr>
        <p:grpSpPr>
          <a:xfrm>
            <a:off x="95351" y="1392509"/>
            <a:ext cx="7581691" cy="5901"/>
            <a:chOff x="1890075" y="5241175"/>
            <a:chExt cx="4240556" cy="257700"/>
          </a:xfrm>
        </p:grpSpPr>
        <p:sp>
          <p:nvSpPr>
            <p:cNvPr id="157" name="Google Shape;15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8" name="Google Shape;15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9" name="Google Shape;15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0" name="Google Shape;16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1" name="Google Shape;161;p5"/>
          <p:cNvGrpSpPr/>
          <p:nvPr/>
        </p:nvGrpSpPr>
        <p:grpSpPr>
          <a:xfrm>
            <a:off x="95351" y="4542984"/>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66" name="Google Shape;166;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67" name="Google Shape;167;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68" name="Google Shape;168;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9" name="Google Shape;169;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0" name="Google Shape;170;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1" name="Google Shape;171;p5"/>
          <p:cNvGrpSpPr/>
          <p:nvPr/>
        </p:nvGrpSpPr>
        <p:grpSpPr>
          <a:xfrm>
            <a:off x="95351" y="8200359"/>
            <a:ext cx="7581691" cy="5901"/>
            <a:chOff x="1890075" y="5241175"/>
            <a:chExt cx="4240556" cy="257700"/>
          </a:xfrm>
        </p:grpSpPr>
        <p:sp>
          <p:nvSpPr>
            <p:cNvPr id="172" name="Google Shape;17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3" name="Google Shape;17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4" name="Google Shape;17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5" name="Google Shape;17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6" name="Google Shape;176;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77" name="Google Shape;177;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78" name="Google Shape;178;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79" name="Google Shape;179;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0"/>
        <p:cNvGrpSpPr/>
        <p:nvPr/>
      </p:nvGrpSpPr>
      <p:grpSpPr>
        <a:xfrm>
          <a:off x="0" y="0"/>
          <a:ext cx="0" cy="0"/>
          <a:chOff x="0" y="0"/>
          <a:chExt cx="0" cy="0"/>
        </a:xfrm>
      </p:grpSpPr>
      <p:sp>
        <p:nvSpPr>
          <p:cNvPr id="181" name="Google Shape;181;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2" name="Google Shape;182;p6"/>
          <p:cNvGrpSpPr/>
          <p:nvPr/>
        </p:nvGrpSpPr>
        <p:grpSpPr>
          <a:xfrm>
            <a:off x="-16250" y="9048087"/>
            <a:ext cx="7804900" cy="1072407"/>
            <a:chOff x="-19118" y="4617750"/>
            <a:chExt cx="9182236" cy="548378"/>
          </a:xfrm>
        </p:grpSpPr>
        <p:sp>
          <p:nvSpPr>
            <p:cNvPr id="183" name="Google Shape;183;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4" name="Google Shape;184;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8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91"/>
        <p:cNvGrpSpPr/>
        <p:nvPr/>
      </p:nvGrpSpPr>
      <p:grpSpPr>
        <a:xfrm>
          <a:off x="0" y="0"/>
          <a:ext cx="0" cy="0"/>
          <a:chOff x="0" y="0"/>
          <a:chExt cx="0" cy="0"/>
        </a:xfrm>
      </p:grpSpPr>
      <p:grpSp>
        <p:nvGrpSpPr>
          <p:cNvPr id="192" name="Google Shape;192;p9"/>
          <p:cNvGrpSpPr/>
          <p:nvPr/>
        </p:nvGrpSpPr>
        <p:grpSpPr>
          <a:xfrm>
            <a:off x="172055" y="1468890"/>
            <a:ext cx="7434543" cy="62982"/>
            <a:chOff x="1890075" y="5241175"/>
            <a:chExt cx="4240556" cy="257700"/>
          </a:xfrm>
        </p:grpSpPr>
        <p:sp>
          <p:nvSpPr>
            <p:cNvPr id="193" name="Google Shape;193;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4" name="Google Shape;194;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5" name="Google Shape;195;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6" name="Google Shape;196;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97" name="Google Shape;197;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98" name="Google Shape;198;p9"/>
          <p:cNvGrpSpPr/>
          <p:nvPr/>
        </p:nvGrpSpPr>
        <p:grpSpPr>
          <a:xfrm>
            <a:off x="168930" y="2702615"/>
            <a:ext cx="7434543" cy="62982"/>
            <a:chOff x="1890075" y="5241175"/>
            <a:chExt cx="4240556" cy="257700"/>
          </a:xfrm>
        </p:grpSpPr>
        <p:sp>
          <p:nvSpPr>
            <p:cNvPr id="199" name="Google Shape;199;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0" name="Google Shape;200;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1" name="Google Shape;201;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2" name="Google Shape;202;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03" name="Google Shape;203;p9"/>
          <p:cNvCxnSpPr>
            <a:stCxn id="193"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04" name="Google Shape;204;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05" name="Google Shape;205;p9"/>
          <p:cNvGrpSpPr/>
          <p:nvPr/>
        </p:nvGrpSpPr>
        <p:grpSpPr>
          <a:xfrm>
            <a:off x="0" y="3413775"/>
            <a:ext cx="3530025" cy="746350"/>
            <a:chOff x="0" y="3156075"/>
            <a:chExt cx="3530025" cy="746350"/>
          </a:xfrm>
        </p:grpSpPr>
        <p:sp>
          <p:nvSpPr>
            <p:cNvPr id="206" name="Google Shape;206;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7" name="Google Shape;207;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08" name="Google Shape;208;p9"/>
          <p:cNvGrpSpPr/>
          <p:nvPr/>
        </p:nvGrpSpPr>
        <p:grpSpPr>
          <a:xfrm>
            <a:off x="3248850" y="2867100"/>
            <a:ext cx="4936034" cy="746350"/>
            <a:chOff x="0" y="3156075"/>
            <a:chExt cx="3530025" cy="746350"/>
          </a:xfrm>
        </p:grpSpPr>
        <p:sp>
          <p:nvSpPr>
            <p:cNvPr id="209" name="Google Shape;209;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0" name="Google Shape;210;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1" name="Google Shape;211;p9"/>
          <p:cNvGrpSpPr/>
          <p:nvPr/>
        </p:nvGrpSpPr>
        <p:grpSpPr>
          <a:xfrm>
            <a:off x="3248850" y="7166275"/>
            <a:ext cx="4936034" cy="746350"/>
            <a:chOff x="0" y="3156075"/>
            <a:chExt cx="3530025" cy="746350"/>
          </a:xfrm>
        </p:grpSpPr>
        <p:sp>
          <p:nvSpPr>
            <p:cNvPr id="212" name="Google Shape;212;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3" name="Google Shape;213;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14" name="Google Shape;214;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15" name="Google Shape;215;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16" name="Google Shape;216;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17" name="Google Shape;217;p9"/>
          <p:cNvGrpSpPr/>
          <p:nvPr/>
        </p:nvGrpSpPr>
        <p:grpSpPr>
          <a:xfrm>
            <a:off x="172055" y="1468890"/>
            <a:ext cx="7434543" cy="62982"/>
            <a:chOff x="1890075" y="5241175"/>
            <a:chExt cx="4240556" cy="257700"/>
          </a:xfrm>
        </p:grpSpPr>
        <p:sp>
          <p:nvSpPr>
            <p:cNvPr id="218" name="Google Shape;21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 name="Google Shape;21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0" name="Google Shape;22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1" name="Google Shape;22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22" name="Google Shape;22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223" name="Google Shape;223;p9"/>
          <p:cNvGrpSpPr/>
          <p:nvPr/>
        </p:nvGrpSpPr>
        <p:grpSpPr>
          <a:xfrm>
            <a:off x="168930" y="2702615"/>
            <a:ext cx="7434543" cy="62982"/>
            <a:chOff x="1890075" y="5241175"/>
            <a:chExt cx="4240556" cy="257700"/>
          </a:xfrm>
        </p:grpSpPr>
        <p:sp>
          <p:nvSpPr>
            <p:cNvPr id="224" name="Google Shape;22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5" name="Google Shape;22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6" name="Google Shape;22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7" name="Google Shape;22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228" name="Google Shape;228;p9"/>
          <p:cNvCxnSpPr>
            <a:stCxn id="21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29" name="Google Shape;22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30" name="Google Shape;230;p9"/>
          <p:cNvGrpSpPr/>
          <p:nvPr/>
        </p:nvGrpSpPr>
        <p:grpSpPr>
          <a:xfrm>
            <a:off x="0" y="3413775"/>
            <a:ext cx="3530025" cy="746350"/>
            <a:chOff x="0" y="3156075"/>
            <a:chExt cx="3530025" cy="746350"/>
          </a:xfrm>
        </p:grpSpPr>
        <p:sp>
          <p:nvSpPr>
            <p:cNvPr id="231" name="Google Shape;23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2" name="Google Shape;23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3" name="Google Shape;233;p9"/>
          <p:cNvGrpSpPr/>
          <p:nvPr/>
        </p:nvGrpSpPr>
        <p:grpSpPr>
          <a:xfrm>
            <a:off x="3248850" y="2867100"/>
            <a:ext cx="4936034" cy="746350"/>
            <a:chOff x="0" y="3156075"/>
            <a:chExt cx="3530025" cy="746350"/>
          </a:xfrm>
        </p:grpSpPr>
        <p:sp>
          <p:nvSpPr>
            <p:cNvPr id="234" name="Google Shape;23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5" name="Google Shape;23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6" name="Google Shape;236;p9"/>
          <p:cNvGrpSpPr/>
          <p:nvPr/>
        </p:nvGrpSpPr>
        <p:grpSpPr>
          <a:xfrm>
            <a:off x="3248850" y="7166275"/>
            <a:ext cx="4936034" cy="746350"/>
            <a:chOff x="0" y="3156075"/>
            <a:chExt cx="3530025" cy="746350"/>
          </a:xfrm>
        </p:grpSpPr>
        <p:sp>
          <p:nvSpPr>
            <p:cNvPr id="237" name="Google Shape;23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8" name="Google Shape;23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39" name="Google Shape;23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0" name="Google Shape;24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1" name="Google Shape;24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2" name="Google Shape;242;p9"/>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243"/>
        <p:cNvGrpSpPr/>
        <p:nvPr/>
      </p:nvGrpSpPr>
      <p:grpSpPr>
        <a:xfrm>
          <a:off x="0" y="0"/>
          <a:ext cx="0" cy="0"/>
          <a:chOff x="0" y="0"/>
          <a:chExt cx="0" cy="0"/>
        </a:xfrm>
      </p:grpSpPr>
      <p:cxnSp>
        <p:nvCxnSpPr>
          <p:cNvPr id="244" name="Google Shape;244;p10"/>
          <p:cNvCxnSpPr>
            <a:stCxn id="245"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246" name="Google Shape;246;p10"/>
          <p:cNvGrpSpPr/>
          <p:nvPr/>
        </p:nvGrpSpPr>
        <p:grpSpPr>
          <a:xfrm>
            <a:off x="190320" y="900657"/>
            <a:ext cx="7581691" cy="5901"/>
            <a:chOff x="1890075" y="5241175"/>
            <a:chExt cx="4240556" cy="257700"/>
          </a:xfrm>
        </p:grpSpPr>
        <p:sp>
          <p:nvSpPr>
            <p:cNvPr id="247" name="Google Shape;247;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48" name="Google Shape;248;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49" name="Google Shape;249;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0" name="Google Shape;250;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51" name="Google Shape;251;p10"/>
          <p:cNvGrpSpPr/>
          <p:nvPr/>
        </p:nvGrpSpPr>
        <p:grpSpPr>
          <a:xfrm>
            <a:off x="190320" y="931759"/>
            <a:ext cx="7581691" cy="5901"/>
            <a:chOff x="1890075" y="5241175"/>
            <a:chExt cx="4240556" cy="257700"/>
          </a:xfrm>
        </p:grpSpPr>
        <p:sp>
          <p:nvSpPr>
            <p:cNvPr id="252" name="Google Shape;252;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3" name="Google Shape;253;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4" name="Google Shape;254;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5" name="Google Shape;255;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56" name="Google Shape;256;p10"/>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257" name="Google Shape;257;p10"/>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258" name="Google Shape;258;p10"/>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59" name="Google Shape;259;p10"/>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 name="Google Shape;260;p10"/>
          <p:cNvGrpSpPr/>
          <p:nvPr/>
        </p:nvGrpSpPr>
        <p:grpSpPr>
          <a:xfrm>
            <a:off x="190320" y="900657"/>
            <a:ext cx="7581691" cy="5901"/>
            <a:chOff x="1890075" y="5241175"/>
            <a:chExt cx="4240556" cy="257700"/>
          </a:xfrm>
        </p:grpSpPr>
        <p:sp>
          <p:nvSpPr>
            <p:cNvPr id="261" name="Google Shape;261;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2" name="Google Shape;262;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3" name="Google Shape;263;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4" name="Google Shape;264;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65" name="Google Shape;265;p10"/>
          <p:cNvGrpSpPr/>
          <p:nvPr/>
        </p:nvGrpSpPr>
        <p:grpSpPr>
          <a:xfrm>
            <a:off x="190320" y="931759"/>
            <a:ext cx="7581691" cy="5901"/>
            <a:chOff x="1890075" y="5241175"/>
            <a:chExt cx="4240556" cy="257700"/>
          </a:xfrm>
        </p:grpSpPr>
        <p:sp>
          <p:nvSpPr>
            <p:cNvPr id="266" name="Google Shape;266;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5" name="Google Shape;245;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7" name="Google Shape;267;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8" name="Google Shape;268;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69" name="Google Shape;269;p10"/>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270" name="Google Shape;270;p10"/>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271" name="Google Shape;271;p10"/>
          <p:cNvGrpSpPr/>
          <p:nvPr/>
        </p:nvGrpSpPr>
        <p:grpSpPr>
          <a:xfrm>
            <a:off x="172024" y="1040825"/>
            <a:ext cx="137818" cy="187200"/>
            <a:chOff x="507100" y="1997600"/>
            <a:chExt cx="158375" cy="187200"/>
          </a:xfrm>
        </p:grpSpPr>
        <p:sp>
          <p:nvSpPr>
            <p:cNvPr id="272" name="Google Shape;272;p10"/>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0"/>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274;p10"/>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75" name="Google Shape;275;p10"/>
          <p:cNvGrpSpPr/>
          <p:nvPr/>
        </p:nvGrpSpPr>
        <p:grpSpPr>
          <a:xfrm>
            <a:off x="190349" y="2907725"/>
            <a:ext cx="137818" cy="187200"/>
            <a:chOff x="507100" y="1540400"/>
            <a:chExt cx="158375" cy="187200"/>
          </a:xfrm>
        </p:grpSpPr>
        <p:sp>
          <p:nvSpPr>
            <p:cNvPr id="276" name="Google Shape;276;p10"/>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0"/>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 name="Google Shape;278;p10"/>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79" name="Google Shape;279;p10"/>
          <p:cNvGrpSpPr/>
          <p:nvPr/>
        </p:nvGrpSpPr>
        <p:grpSpPr>
          <a:xfrm>
            <a:off x="172024" y="5506200"/>
            <a:ext cx="137818" cy="187200"/>
            <a:chOff x="507100" y="1997600"/>
            <a:chExt cx="158375" cy="187200"/>
          </a:xfrm>
        </p:grpSpPr>
        <p:sp>
          <p:nvSpPr>
            <p:cNvPr id="280" name="Google Shape;280;p10"/>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0"/>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 name="Google Shape;282;p10"/>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83" name="Google Shape;283;p10"/>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284" name="Google Shape;284;p10"/>
          <p:cNvGrpSpPr/>
          <p:nvPr/>
        </p:nvGrpSpPr>
        <p:grpSpPr>
          <a:xfrm>
            <a:off x="172024" y="7607808"/>
            <a:ext cx="137818" cy="187200"/>
            <a:chOff x="507100" y="1997600"/>
            <a:chExt cx="158375" cy="187200"/>
          </a:xfrm>
        </p:grpSpPr>
        <p:sp>
          <p:nvSpPr>
            <p:cNvPr id="285" name="Google Shape;285;p10"/>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0"/>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7" name="Google Shape;287;p10"/>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288"/>
        <p:cNvGrpSpPr/>
        <p:nvPr/>
      </p:nvGrpSpPr>
      <p:grpSpPr>
        <a:xfrm>
          <a:off x="0" y="0"/>
          <a:ext cx="0" cy="0"/>
          <a:chOff x="0" y="0"/>
          <a:chExt cx="0" cy="0"/>
        </a:xfrm>
      </p:grpSpPr>
      <p:cxnSp>
        <p:nvCxnSpPr>
          <p:cNvPr id="289" name="Google Shape;289;p11"/>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290" name="Google Shape;290;p11"/>
          <p:cNvGrpSpPr/>
          <p:nvPr/>
        </p:nvGrpSpPr>
        <p:grpSpPr>
          <a:xfrm>
            <a:off x="404725" y="1300475"/>
            <a:ext cx="6908400" cy="72025"/>
            <a:chOff x="404725" y="1681475"/>
            <a:chExt cx="6908400" cy="72025"/>
          </a:xfrm>
        </p:grpSpPr>
        <p:cxnSp>
          <p:nvCxnSpPr>
            <p:cNvPr id="291" name="Google Shape;291;p11"/>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292" name="Google Shape;292;p11"/>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293" name="Google Shape;293;p11"/>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294" name="Google Shape;294;p11"/>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295" name="Google Shape;295;p11"/>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296" name="Google Shape;296;p11"/>
          <p:cNvGrpSpPr/>
          <p:nvPr/>
        </p:nvGrpSpPr>
        <p:grpSpPr>
          <a:xfrm>
            <a:off x="417975" y="1504250"/>
            <a:ext cx="2357775" cy="410125"/>
            <a:chOff x="417975" y="1885250"/>
            <a:chExt cx="2357775" cy="410125"/>
          </a:xfrm>
        </p:grpSpPr>
        <p:sp>
          <p:nvSpPr>
            <p:cNvPr id="297" name="Google Shape;297;p11"/>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1"/>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1"/>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1"/>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301;p11"/>
          <p:cNvGrpSpPr/>
          <p:nvPr/>
        </p:nvGrpSpPr>
        <p:grpSpPr>
          <a:xfrm>
            <a:off x="417975" y="3276600"/>
            <a:ext cx="2357775" cy="410125"/>
            <a:chOff x="265575" y="3352800"/>
            <a:chExt cx="2357775" cy="410125"/>
          </a:xfrm>
        </p:grpSpPr>
        <p:sp>
          <p:nvSpPr>
            <p:cNvPr id="302" name="Google Shape;302;p11"/>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11"/>
          <p:cNvGrpSpPr/>
          <p:nvPr/>
        </p:nvGrpSpPr>
        <p:grpSpPr>
          <a:xfrm>
            <a:off x="3872044" y="3276600"/>
            <a:ext cx="2747987" cy="410125"/>
            <a:chOff x="3567313" y="3200400"/>
            <a:chExt cx="2357775" cy="410125"/>
          </a:xfrm>
        </p:grpSpPr>
        <p:sp>
          <p:nvSpPr>
            <p:cNvPr id="307" name="Google Shape;307;p11"/>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11"/>
          <p:cNvGrpSpPr/>
          <p:nvPr/>
        </p:nvGrpSpPr>
        <p:grpSpPr>
          <a:xfrm>
            <a:off x="417963" y="6597750"/>
            <a:ext cx="2357775" cy="410125"/>
            <a:chOff x="-39237" y="6140550"/>
            <a:chExt cx="2357775" cy="410125"/>
          </a:xfrm>
        </p:grpSpPr>
        <p:sp>
          <p:nvSpPr>
            <p:cNvPr id="312" name="Google Shape;312;p11"/>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1"/>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1"/>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6" name="Google Shape;316;p11"/>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317" name="Google Shape;317;p11"/>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318" name="Google Shape;318;p11"/>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319" name="Google Shape;319;p11"/>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320" name="Google Shape;320;p11"/>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1" name="Google Shape;321;p11"/>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2" name="Google Shape;322;p11"/>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3" name="Google Shape;323;p11"/>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4" name="Google Shape;324;p11"/>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325"/>
        <p:cNvGrpSpPr/>
        <p:nvPr/>
      </p:nvGrpSpPr>
      <p:grpSpPr>
        <a:xfrm>
          <a:off x="0" y="0"/>
          <a:ext cx="0" cy="0"/>
          <a:chOff x="0" y="0"/>
          <a:chExt cx="0" cy="0"/>
        </a:xfrm>
      </p:grpSpPr>
      <p:sp>
        <p:nvSpPr>
          <p:cNvPr id="326" name="Google Shape;326;p12"/>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327" name="Google Shape;327;p12"/>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328" name="Google Shape;328;p12"/>
          <p:cNvGrpSpPr/>
          <p:nvPr/>
        </p:nvGrpSpPr>
        <p:grpSpPr>
          <a:xfrm>
            <a:off x="95351" y="1392509"/>
            <a:ext cx="7581691" cy="5901"/>
            <a:chOff x="1890075" y="5241175"/>
            <a:chExt cx="4240556" cy="257700"/>
          </a:xfrm>
        </p:grpSpPr>
        <p:sp>
          <p:nvSpPr>
            <p:cNvPr id="329" name="Google Shape;329;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0" name="Google Shape;330;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1" name="Google Shape;331;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2" name="Google Shape;332;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333" name="Google Shape;333;p12"/>
          <p:cNvGrpSpPr/>
          <p:nvPr/>
        </p:nvGrpSpPr>
        <p:grpSpPr>
          <a:xfrm>
            <a:off x="95351" y="4542984"/>
            <a:ext cx="7581691" cy="5901"/>
            <a:chOff x="1890075" y="5241175"/>
            <a:chExt cx="4240556" cy="257700"/>
          </a:xfrm>
        </p:grpSpPr>
        <p:sp>
          <p:nvSpPr>
            <p:cNvPr id="334" name="Google Shape;334;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5" name="Google Shape;335;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6" name="Google Shape;336;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7" name="Google Shape;337;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38" name="Google Shape;338;p12"/>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339" name="Google Shape;339;p12"/>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340" name="Google Shape;340;p12"/>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341" name="Google Shape;341;p12"/>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342" name="Google Shape;342;p12"/>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343" name="Google Shape;343;p12"/>
          <p:cNvGrpSpPr/>
          <p:nvPr/>
        </p:nvGrpSpPr>
        <p:grpSpPr>
          <a:xfrm>
            <a:off x="95351" y="8200359"/>
            <a:ext cx="7581691" cy="5901"/>
            <a:chOff x="1890075" y="5241175"/>
            <a:chExt cx="4240556" cy="257700"/>
          </a:xfrm>
        </p:grpSpPr>
        <p:sp>
          <p:nvSpPr>
            <p:cNvPr id="344" name="Google Shape;344;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5" name="Google Shape;345;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6" name="Google Shape;346;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7" name="Google Shape;347;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348"/>
        <p:cNvGrpSpPr/>
        <p:nvPr/>
      </p:nvGrpSpPr>
      <p:grpSpPr>
        <a:xfrm>
          <a:off x="0" y="0"/>
          <a:ext cx="0" cy="0"/>
          <a:chOff x="0" y="0"/>
          <a:chExt cx="0" cy="0"/>
        </a:xfrm>
      </p:grpSpPr>
      <p:sp>
        <p:nvSpPr>
          <p:cNvPr id="349" name="Google Shape;349;p13"/>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350" name="Google Shape;350;p13"/>
          <p:cNvGrpSpPr/>
          <p:nvPr/>
        </p:nvGrpSpPr>
        <p:grpSpPr>
          <a:xfrm>
            <a:off x="-16250" y="9048087"/>
            <a:ext cx="7804900" cy="1072407"/>
            <a:chOff x="-19118" y="4617750"/>
            <a:chExt cx="9182236" cy="548378"/>
          </a:xfrm>
        </p:grpSpPr>
        <p:sp>
          <p:nvSpPr>
            <p:cNvPr id="351" name="Google Shape;351;p13"/>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352" name="Google Shape;352;p13"/>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3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86"/>
        <p:cNvGrpSpPr/>
        <p:nvPr/>
      </p:nvGrpSpPr>
      <p:grpSpPr>
        <a:xfrm>
          <a:off x="0" y="0"/>
          <a:ext cx="0" cy="0"/>
          <a:chOff x="0" y="0"/>
          <a:chExt cx="0" cy="0"/>
        </a:xfrm>
      </p:grpSpPr>
      <p:sp>
        <p:nvSpPr>
          <p:cNvPr id="187" name="Google Shape;187;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88" name="Google Shape;188;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89" name="Google Shape;189;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61" name="Google Shape;361;p15"/>
          <p:cNvSpPr txBox="1"/>
          <p:nvPr/>
        </p:nvSpPr>
        <p:spPr>
          <a:xfrm>
            <a:off x="3870487" y="5439635"/>
            <a:ext cx="3448200" cy="302700"/>
          </a:xfrm>
          <a:prstGeom prst="rect">
            <a:avLst/>
          </a:prstGeom>
          <a:noFill/>
          <a:ln>
            <a:noFill/>
          </a:ln>
        </p:spPr>
        <p:txBody>
          <a:bodyPr spcFirstLastPara="1" wrap="square" lIns="91425" tIns="91425" rIns="91425" bIns="91425" anchor="t" anchorCtr="0">
            <a:noAutofit/>
          </a:bodyPr>
          <a:lstStyle/>
          <a:p>
            <a:pPr marL="0" lvl="0" indent="0" algn="ctr" rtl="0">
              <a:lnSpc>
                <a:spcPct val="105000"/>
              </a:lnSpc>
              <a:spcBef>
                <a:spcPts val="0"/>
              </a:spcBef>
              <a:spcAft>
                <a:spcPts val="0"/>
              </a:spcAft>
              <a:buNone/>
            </a:pPr>
            <a:r>
              <a:rPr lang="en" sz="1000" i="1" dirty="0">
                <a:latin typeface="Google Sans"/>
                <a:ea typeface="Google Sans"/>
                <a:cs typeface="Google Sans"/>
                <a:sym typeface="Google Sans"/>
              </a:rPr>
              <a:t>Confusion matrix for logistic regression model</a:t>
            </a:r>
            <a:endParaRPr sz="1000" i="1" dirty="0">
              <a:latin typeface="Google Sans"/>
              <a:ea typeface="Google Sans"/>
              <a:cs typeface="Google Sans"/>
              <a:sym typeface="Google Sans"/>
            </a:endParaRPr>
          </a:p>
        </p:txBody>
      </p:sp>
      <p:sp>
        <p:nvSpPr>
          <p:cNvPr id="362" name="Google Shape;362;p15"/>
          <p:cNvSpPr txBox="1"/>
          <p:nvPr/>
        </p:nvSpPr>
        <p:spPr>
          <a:xfrm>
            <a:off x="437900" y="1882050"/>
            <a:ext cx="6896450"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Google Sans"/>
                <a:ea typeface="Google Sans"/>
                <a:cs typeface="Google Sans"/>
                <a:sym typeface="Google Sans"/>
              </a:rPr>
              <a:t>Earlier, the data team observed that verified users are much more likely to post opinions. Since the end goal is to classify claims and opinions with a claims classification model, it’s important to build a model that shows how to predict the behavior of the verified account type that tends to post more opinions. Hence, the data team built a logistic regression model to predict categories of verified_status. </a:t>
            </a:r>
            <a:endParaRPr sz="1200" dirty="0">
              <a:latin typeface="Google Sans"/>
              <a:ea typeface="Google Sans"/>
              <a:cs typeface="Google Sans"/>
              <a:sym typeface="Google Sans"/>
            </a:endParaRPr>
          </a:p>
        </p:txBody>
      </p:sp>
      <p:sp>
        <p:nvSpPr>
          <p:cNvPr id="363" name="Google Shape;363;p15"/>
          <p:cNvSpPr txBox="1"/>
          <p:nvPr/>
        </p:nvSpPr>
        <p:spPr>
          <a:xfrm>
            <a:off x="409176" y="3723341"/>
            <a:ext cx="3433800" cy="2985402"/>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 sz="1200" dirty="0">
                <a:solidFill>
                  <a:schemeClr val="dk1"/>
                </a:solidFill>
                <a:latin typeface="Google Sans"/>
                <a:ea typeface="Google Sans"/>
                <a:cs typeface="Google Sans"/>
                <a:sym typeface="Google Sans"/>
              </a:rPr>
              <a:t>The team selected a logistic regression model </a:t>
            </a:r>
            <a:r>
              <a:rPr lang="en-US" sz="1200" dirty="0">
                <a:solidFill>
                  <a:schemeClr val="dk1"/>
                </a:solidFill>
                <a:latin typeface="Google Sans"/>
                <a:ea typeface="Google Sans"/>
                <a:cs typeface="Google Sans"/>
                <a:sym typeface="Google Sans"/>
              </a:rPr>
              <a:t>that makes predictions based on a video’s duration, view count, transcription text length, claim status and author ban status.</a:t>
            </a:r>
            <a:endParaRPr sz="1200" dirty="0">
              <a:solidFill>
                <a:schemeClr val="dk1"/>
              </a:solidFill>
              <a:latin typeface="Google Sans"/>
              <a:ea typeface="Google Sans"/>
              <a:cs typeface="Google Sans"/>
              <a:sym typeface="Google Sans"/>
            </a:endParaRPr>
          </a:p>
          <a:p>
            <a:pPr marL="0" lvl="0" indent="0" algn="l" rtl="0">
              <a:spcBef>
                <a:spcPts val="0"/>
              </a:spcBef>
              <a:spcAft>
                <a:spcPts val="0"/>
              </a:spcAft>
              <a:buClr>
                <a:schemeClr val="dk1"/>
              </a:buClr>
              <a:buSzPts val="1100"/>
              <a:buFont typeface="Arial"/>
              <a:buNone/>
            </a:pPr>
            <a:endParaRPr sz="1200" dirty="0">
              <a:solidFill>
                <a:schemeClr val="dk1"/>
              </a:solidFill>
              <a:latin typeface="Google Sans"/>
              <a:ea typeface="Google Sans"/>
              <a:cs typeface="Google Sans"/>
              <a:sym typeface="Google Sans"/>
            </a:endParaRPr>
          </a:p>
          <a:p>
            <a:pPr marL="0" lvl="0" indent="457200" algn="l" rtl="0">
              <a:spcBef>
                <a:spcPts val="0"/>
              </a:spcBef>
              <a:spcAft>
                <a:spcPts val="0"/>
              </a:spcAft>
              <a:buClr>
                <a:schemeClr val="dk1"/>
              </a:buClr>
              <a:buSzPts val="1100"/>
              <a:buFont typeface="Arial"/>
              <a:buNone/>
            </a:pPr>
            <a:r>
              <a:rPr lang="en" sz="1200" dirty="0">
                <a:solidFill>
                  <a:schemeClr val="dk1"/>
                </a:solidFill>
                <a:latin typeface="Google Sans"/>
                <a:ea typeface="Google Sans"/>
                <a:cs typeface="Google Sans"/>
                <a:sym typeface="Google Sans"/>
              </a:rPr>
              <a:t>	MODEL RESULTS</a:t>
            </a:r>
            <a:endParaRPr sz="1200" dirty="0">
              <a:solidFill>
                <a:schemeClr val="dk1"/>
              </a:solidFill>
              <a:latin typeface="Google Sans"/>
              <a:ea typeface="Google Sans"/>
              <a:cs typeface="Google Sans"/>
              <a:sym typeface="Google Sans"/>
            </a:endParaRPr>
          </a:p>
          <a:p>
            <a:pPr marL="0" lvl="0" indent="0" algn="l" rtl="0">
              <a:spcBef>
                <a:spcPts val="0"/>
              </a:spcBef>
              <a:spcAft>
                <a:spcPts val="0"/>
              </a:spcAft>
              <a:buClr>
                <a:schemeClr val="dk1"/>
              </a:buClr>
              <a:buSzPts val="1100"/>
              <a:buFont typeface="Arial"/>
              <a:buNone/>
            </a:pPr>
            <a:endParaRPr sz="1200" dirty="0">
              <a:solidFill>
                <a:schemeClr val="dk1"/>
              </a:solidFill>
              <a:latin typeface="Google Sans"/>
              <a:ea typeface="Google Sans"/>
              <a:cs typeface="Google Sans"/>
              <a:sym typeface="Google Sans"/>
            </a:endParaRPr>
          </a:p>
          <a:p>
            <a:pPr marL="0" lvl="0" indent="0" algn="l" rtl="0">
              <a:spcBef>
                <a:spcPts val="0"/>
              </a:spcBef>
              <a:spcAft>
                <a:spcPts val="0"/>
              </a:spcAft>
              <a:buClr>
                <a:schemeClr val="dk1"/>
              </a:buClr>
              <a:buSzPts val="1100"/>
              <a:buFont typeface="Arial"/>
              <a:buNone/>
            </a:pPr>
            <a:r>
              <a:rPr lang="en" sz="1200" dirty="0">
                <a:solidFill>
                  <a:schemeClr val="dk1"/>
                </a:solidFill>
                <a:latin typeface="Google Sans"/>
                <a:ea typeface="Google Sans"/>
                <a:cs typeface="Google Sans"/>
                <a:sym typeface="Google Sans"/>
              </a:rPr>
              <a:t>The logistic regression model achieved a precision of 60.6%, a recall of 84.6%, and an accuracy of 64.9%, suggesting the model’s tendency to predict unverified accounts as verified ones. </a:t>
            </a:r>
            <a:r>
              <a:rPr lang="en-US" sz="1200" dirty="0">
                <a:solidFill>
                  <a:schemeClr val="dk1"/>
                </a:solidFill>
                <a:latin typeface="Google Sans"/>
                <a:ea typeface="Google Sans"/>
                <a:cs typeface="Google Sans"/>
                <a:sym typeface="Google Sans"/>
              </a:rPr>
              <a:t>These results also inform key insights on video features that predict an author’s verified status.</a:t>
            </a:r>
          </a:p>
          <a:p>
            <a:pPr marL="0" lvl="0" indent="0" algn="l" rtl="0">
              <a:spcBef>
                <a:spcPts val="0"/>
              </a:spcBef>
              <a:spcAft>
                <a:spcPts val="0"/>
              </a:spcAft>
              <a:buNone/>
            </a:pPr>
            <a:endParaRPr lang="en-US" dirty="0">
              <a:latin typeface="Google Sans"/>
              <a:ea typeface="Google Sans"/>
              <a:cs typeface="Google Sans"/>
              <a:sym typeface="Google Sans"/>
            </a:endParaRPr>
          </a:p>
        </p:txBody>
      </p:sp>
      <p:sp>
        <p:nvSpPr>
          <p:cNvPr id="364" name="Google Shape;364;p15"/>
          <p:cNvSpPr txBox="1"/>
          <p:nvPr/>
        </p:nvSpPr>
        <p:spPr>
          <a:xfrm>
            <a:off x="437900" y="7080875"/>
            <a:ext cx="3448200" cy="132340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200" dirty="0">
                <a:solidFill>
                  <a:schemeClr val="dk1"/>
                </a:solidFill>
                <a:latin typeface="Google Sans"/>
                <a:ea typeface="Google Sans"/>
                <a:cs typeface="Google Sans"/>
                <a:sym typeface="Google Sans"/>
              </a:rPr>
              <a:t>The next step is to construct a classification model that will predict the status of claims, which is the final project. Now, there is enough information to analyze the results of that model with helpful context around user behavior. </a:t>
            </a:r>
            <a:endParaRPr sz="1200" dirty="0">
              <a:solidFill>
                <a:schemeClr val="dk1"/>
              </a:solidFill>
              <a:latin typeface="Google Sans"/>
              <a:ea typeface="Google Sans"/>
              <a:cs typeface="Google Sans"/>
              <a:sym typeface="Google Sans"/>
            </a:endParaRPr>
          </a:p>
          <a:p>
            <a:pPr marL="0" lvl="0" indent="0" algn="l" rtl="0">
              <a:spcBef>
                <a:spcPts val="0"/>
              </a:spcBef>
              <a:spcAft>
                <a:spcPts val="0"/>
              </a:spcAft>
              <a:buNone/>
            </a:pPr>
            <a:endParaRPr dirty="0">
              <a:latin typeface="Google Sans"/>
              <a:ea typeface="Google Sans"/>
              <a:cs typeface="Google Sans"/>
              <a:sym typeface="Google Sans"/>
            </a:endParaRPr>
          </a:p>
        </p:txBody>
      </p:sp>
      <p:sp>
        <p:nvSpPr>
          <p:cNvPr id="365" name="Google Shape;365;p15"/>
          <p:cNvSpPr txBox="1"/>
          <p:nvPr/>
        </p:nvSpPr>
        <p:spPr>
          <a:xfrm>
            <a:off x="3886100" y="3645850"/>
            <a:ext cx="3448200" cy="184662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200" dirty="0">
                <a:solidFill>
                  <a:schemeClr val="dk1"/>
                </a:solidFill>
                <a:latin typeface="Google Sans"/>
                <a:ea typeface="Google Sans"/>
                <a:cs typeface="Google Sans"/>
                <a:sym typeface="Google Sans"/>
              </a:rPr>
              <a:t>From the estimated model coefficients from, longer videos with longer transcription texts, are associated with higher odds of the user being verified.</a:t>
            </a:r>
            <a:endParaRPr sz="1200" dirty="0">
              <a:solidFill>
                <a:schemeClr val="dk1"/>
              </a:solidFill>
              <a:latin typeface="Google Sans"/>
              <a:ea typeface="Google Sans"/>
              <a:cs typeface="Google Sans"/>
              <a:sym typeface="Google Sans"/>
            </a:endParaRPr>
          </a:p>
          <a:p>
            <a:pPr marL="0" lvl="0" indent="0" algn="l" rtl="0">
              <a:spcBef>
                <a:spcPts val="0"/>
              </a:spcBef>
              <a:spcAft>
                <a:spcPts val="0"/>
              </a:spcAft>
              <a:buClr>
                <a:schemeClr val="dk1"/>
              </a:buClr>
              <a:buSzPts val="1100"/>
              <a:buFont typeface="Arial"/>
              <a:buNone/>
            </a:pPr>
            <a:endParaRPr sz="1200" dirty="0">
              <a:solidFill>
                <a:schemeClr val="dk1"/>
              </a:solidFill>
              <a:latin typeface="Google Sans"/>
              <a:ea typeface="Google Sans"/>
              <a:cs typeface="Google Sans"/>
              <a:sym typeface="Google Sans"/>
            </a:endParaRPr>
          </a:p>
          <a:p>
            <a:pPr lvl="0">
              <a:buClr>
                <a:schemeClr val="dk1"/>
              </a:buClr>
              <a:buSzPts val="1100"/>
            </a:pPr>
            <a:r>
              <a:rPr lang="en" sz="1200" dirty="0">
                <a:solidFill>
                  <a:schemeClr val="dk1"/>
                </a:solidFill>
                <a:latin typeface="Google Sans"/>
                <a:ea typeface="Google Sans"/>
                <a:cs typeface="Google Sans"/>
                <a:sym typeface="Google Sans"/>
              </a:rPr>
              <a:t>Other video features have estimated coefficients of almost zero in the model, suggesting negligible connections with an user’s verified status. </a:t>
            </a:r>
            <a:endParaRPr sz="1200" dirty="0">
              <a:solidFill>
                <a:schemeClr val="accent2"/>
              </a:solidFill>
              <a:highlight>
                <a:srgbClr val="FFFFFF"/>
              </a:highlight>
              <a:latin typeface="Google Sans"/>
              <a:ea typeface="Google Sans"/>
              <a:cs typeface="Google Sans"/>
              <a:sym typeface="Google Sans"/>
            </a:endParaRPr>
          </a:p>
        </p:txBody>
      </p:sp>
      <p:sp>
        <p:nvSpPr>
          <p:cNvPr id="366" name="Google Shape;366;p15"/>
          <p:cNvSpPr txBox="1"/>
          <p:nvPr/>
        </p:nvSpPr>
        <p:spPr>
          <a:xfrm>
            <a:off x="3886100" y="8616527"/>
            <a:ext cx="3448200" cy="1154132"/>
          </a:xfrm>
          <a:prstGeom prst="rect">
            <a:avLst/>
          </a:prstGeom>
          <a:noFill/>
          <a:ln>
            <a:noFill/>
          </a:ln>
        </p:spPr>
        <p:txBody>
          <a:bodyPr spcFirstLastPara="1" wrap="square" lIns="91425" tIns="91425" rIns="91425" bIns="91425" anchor="t" anchorCtr="0">
            <a:spAutoFit/>
          </a:bodyPr>
          <a:lstStyle/>
          <a:p>
            <a:pPr lvl="0">
              <a:lnSpc>
                <a:spcPct val="105000"/>
              </a:lnSpc>
            </a:pPr>
            <a:r>
              <a:rPr lang="en" sz="1000" i="1" dirty="0">
                <a:solidFill>
                  <a:schemeClr val="dk1"/>
                </a:solidFill>
                <a:latin typeface="Google Sans"/>
                <a:ea typeface="Google Sans"/>
                <a:cs typeface="Google Sans"/>
                <a:sym typeface="Google Sans"/>
              </a:rPr>
              <a:t>Upper-left: accurate predictions of videos posted by unverified accounts. Upper-right: inaccurate predictions of videos posted by unverified accounts. Lower-left: inaccurate predictions of videos posted by verified accounts. Lower-right: accurate predictions of videos posted by unverified accounts.</a:t>
            </a:r>
            <a:endParaRPr sz="1000" i="1" dirty="0">
              <a:solidFill>
                <a:schemeClr val="dk1"/>
              </a:solidFill>
              <a:latin typeface="Google Sans"/>
              <a:ea typeface="Google Sans"/>
              <a:cs typeface="Google Sans"/>
              <a:sym typeface="Google Sans"/>
            </a:endParaRPr>
          </a:p>
        </p:txBody>
      </p:sp>
      <p:sp>
        <p:nvSpPr>
          <p:cNvPr id="4" name="TextBox 3">
            <a:extLst>
              <a:ext uri="{FF2B5EF4-FFF2-40B4-BE49-F238E27FC236}">
                <a16:creationId xmlns:a16="http://schemas.microsoft.com/office/drawing/2014/main" id="{94717915-F083-694D-2C06-AAF8B520B37C}"/>
              </a:ext>
            </a:extLst>
          </p:cNvPr>
          <p:cNvSpPr txBox="1"/>
          <p:nvPr/>
        </p:nvSpPr>
        <p:spPr>
          <a:xfrm>
            <a:off x="-31425" y="287741"/>
            <a:ext cx="7803825" cy="1077218"/>
          </a:xfrm>
          <a:prstGeom prst="rect">
            <a:avLst/>
          </a:prstGeom>
          <a:noFill/>
        </p:spPr>
        <p:txBody>
          <a:bodyPr wrap="square">
            <a:spAutoFit/>
          </a:bodyPr>
          <a:lstStyle/>
          <a:p>
            <a:pPr algn="ctr"/>
            <a:r>
              <a:rPr lang="en-US" sz="2400" b="1" dirty="0">
                <a:latin typeface="Google Sans" panose="020B0604020202020204" charset="0"/>
                <a:ea typeface="Google Sans" panose="020B0604020202020204" charset="0"/>
                <a:cs typeface="Google Sans" panose="020B0604020202020204" charset="0"/>
              </a:rPr>
              <a:t>Executive Summary: Regression Analysis </a:t>
            </a:r>
          </a:p>
          <a:p>
            <a:pPr>
              <a:buNone/>
            </a:pPr>
            <a:endParaRPr lang="en-US" sz="800" b="0" dirty="0">
              <a:effectLst/>
            </a:endParaRPr>
          </a:p>
          <a:p>
            <a:pPr algn="ctr">
              <a:buNone/>
            </a:pPr>
            <a:r>
              <a:rPr lang="en-US" sz="1800" dirty="0">
                <a:latin typeface="PT Sans Narrow" panose="020B0506020203020204" pitchFamily="34" charset="0"/>
              </a:rPr>
              <a:t>TikTok Claims Classification Project</a:t>
            </a:r>
            <a:br>
              <a:rPr lang="en-US" dirty="0"/>
            </a:br>
            <a:endParaRPr lang="en-US" dirty="0"/>
          </a:p>
        </p:txBody>
      </p:sp>
      <p:pic>
        <p:nvPicPr>
          <p:cNvPr id="10" name="Picture 9">
            <a:extLst>
              <a:ext uri="{FF2B5EF4-FFF2-40B4-BE49-F238E27FC236}">
                <a16:creationId xmlns:a16="http://schemas.microsoft.com/office/drawing/2014/main" id="{03E7CACA-5580-8863-538A-2E24FC778704}"/>
              </a:ext>
            </a:extLst>
          </p:cNvPr>
          <p:cNvPicPr>
            <a:picLocks noChangeAspect="1"/>
          </p:cNvPicPr>
          <p:nvPr/>
        </p:nvPicPr>
        <p:blipFill>
          <a:blip r:embed="rId3"/>
          <a:stretch>
            <a:fillRect/>
          </a:stretch>
        </p:blipFill>
        <p:spPr>
          <a:xfrm>
            <a:off x="3886100" y="5742335"/>
            <a:ext cx="3432587" cy="2874758"/>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308</Words>
  <Application>Microsoft Office PowerPoint</Application>
  <PresentationFormat>Custom</PresentationFormat>
  <Paragraphs>15</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Arial</vt:lpstr>
      <vt:lpstr>Calibri</vt:lpstr>
      <vt:lpstr>Lato</vt:lpstr>
      <vt:lpstr>Work Sans</vt:lpstr>
      <vt:lpstr>Google Sans</vt:lpstr>
      <vt:lpstr>Roboto</vt:lpstr>
      <vt:lpstr>PT Sans Narrow</vt:lpstr>
      <vt:lpstr>Google Sans SemiBold</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DANG DUNG#</cp:lastModifiedBy>
  <cp:revision>1</cp:revision>
  <dcterms:modified xsi:type="dcterms:W3CDTF">2026-04-01T06:49:29Z</dcterms:modified>
</cp:coreProperties>
</file>