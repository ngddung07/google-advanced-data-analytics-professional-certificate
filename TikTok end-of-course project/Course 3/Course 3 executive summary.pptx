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Lato" panose="020F0502020204030203" pitchFamily="34" charset="0"/>
      <p:regular r:id="rId12"/>
      <p:bold r:id="rId13"/>
      <p:italic r:id="rId14"/>
      <p:boldItalic r:id="rId15"/>
    </p:embeddedFont>
    <p:embeddedFont>
      <p:font typeface="PT Sans Narrow" panose="020B0506020203020204" pitchFamily="34" charset="0"/>
      <p:regular r:id="rId16"/>
      <p:bold r:id="rId17"/>
    </p:embeddedFont>
    <p:embeddedFont>
      <p:font typeface="Roboto" panose="02000000000000000000" pitchFamily="2" charset="0"/>
      <p:regular r:id="rId18"/>
      <p:bold r:id="rId19"/>
      <p:italic r:id="rId20"/>
      <p:boldItalic r:id="rId21"/>
    </p:embeddedFont>
    <p:embeddedFont>
      <p:font typeface="Work Sans"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2F2BB-006C-4A96-8F60-9FE63A978E62}" v="1" dt="2026-03-31T14:53:51.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2539" y="77"/>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26"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font" Target="fonts/font21.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font" Target="fonts/font20.fntdata"/><Relationship Id="rId28" Type="http://schemas.openxmlformats.org/officeDocument/2006/relationships/theme" Target="theme/theme1.xml"/><Relationship Id="rId10" Type="http://schemas.openxmlformats.org/officeDocument/2006/relationships/font" Target="fonts/font7.fntdata"/><Relationship Id="rId19" Type="http://schemas.openxmlformats.org/officeDocument/2006/relationships/font" Target="fonts/font16.fntdata"/><Relationship Id="rId31" Type="http://schemas.microsoft.com/office/2015/10/relationships/revisionInfo" Target="revisionInfo.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font" Target="fonts/font19.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DANG DUNG#" userId="4f417bd5-f6f0-4d2d-a47b-d865b6e44374" providerId="ADAL" clId="{AB3E41C2-6534-4F41-8566-7F04D61C8197}"/>
    <pc:docChg chg="undo custSel modSld modMainMaster">
      <pc:chgData name="#NGUYEN DANG DUNG#" userId="4f417bd5-f6f0-4d2d-a47b-d865b6e44374" providerId="ADAL" clId="{AB3E41C2-6534-4F41-8566-7F04D61C8197}" dt="2026-04-01T06:27:32.417" v="213" actId="20577"/>
      <pc:docMkLst>
        <pc:docMk/>
      </pc:docMkLst>
      <pc:sldChg chg="addSp delSp modSp mod">
        <pc:chgData name="#NGUYEN DANG DUNG#" userId="4f417bd5-f6f0-4d2d-a47b-d865b6e44374" providerId="ADAL" clId="{AB3E41C2-6534-4F41-8566-7F04D61C8197}" dt="2026-04-01T06:27:32.417" v="213" actId="20577"/>
        <pc:sldMkLst>
          <pc:docMk/>
          <pc:sldMk cId="0" sldId="256"/>
        </pc:sldMkLst>
        <pc:spChg chg="add del mod">
          <ac:chgData name="#NGUYEN DANG DUNG#" userId="4f417bd5-f6f0-4d2d-a47b-d865b6e44374" providerId="ADAL" clId="{AB3E41C2-6534-4F41-8566-7F04D61C8197}" dt="2026-03-31T14:53:40.807" v="166" actId="478"/>
          <ac:spMkLst>
            <pc:docMk/>
            <pc:sldMk cId="0" sldId="256"/>
            <ac:spMk id="3" creationId="{F7A0C12D-51F3-970C-8910-10155F70EF99}"/>
          </ac:spMkLst>
        </pc:spChg>
        <pc:spChg chg="add mod">
          <ac:chgData name="#NGUYEN DANG DUNG#" userId="4f417bd5-f6f0-4d2d-a47b-d865b6e44374" providerId="ADAL" clId="{AB3E41C2-6534-4F41-8566-7F04D61C8197}" dt="2026-04-01T05:52:44.499" v="206" actId="20577"/>
          <ac:spMkLst>
            <pc:docMk/>
            <pc:sldMk cId="0" sldId="256"/>
            <ac:spMk id="4" creationId="{D38464C9-849E-E19D-0493-DAF8764CB746}"/>
          </ac:spMkLst>
        </pc:spChg>
        <pc:spChg chg="mod">
          <ac:chgData name="#NGUYEN DANG DUNG#" userId="4f417bd5-f6f0-4d2d-a47b-d865b6e44374" providerId="ADAL" clId="{AB3E41C2-6534-4F41-8566-7F04D61C8197}" dt="2026-03-31T14:49:11.745" v="155" actId="20577"/>
          <ac:spMkLst>
            <pc:docMk/>
            <pc:sldMk cId="0" sldId="256"/>
            <ac:spMk id="188" creationId="{00000000-0000-0000-0000-000000000000}"/>
          </ac:spMkLst>
        </pc:spChg>
        <pc:spChg chg="mod">
          <ac:chgData name="#NGUYEN DANG DUNG#" userId="4f417bd5-f6f0-4d2d-a47b-d865b6e44374" providerId="ADAL" clId="{AB3E41C2-6534-4F41-8566-7F04D61C8197}" dt="2026-04-01T06:27:32.417" v="213" actId="20577"/>
          <ac:spMkLst>
            <pc:docMk/>
            <pc:sldMk cId="0" sldId="256"/>
            <ac:spMk id="189" creationId="{00000000-0000-0000-0000-000000000000}"/>
          </ac:spMkLst>
        </pc:spChg>
        <pc:spChg chg="del mod">
          <ac:chgData name="#NGUYEN DANG DUNG#" userId="4f417bd5-f6f0-4d2d-a47b-d865b6e44374" providerId="ADAL" clId="{AB3E41C2-6534-4F41-8566-7F04D61C8197}" dt="2026-03-31T14:53:21.120" v="162" actId="478"/>
          <ac:spMkLst>
            <pc:docMk/>
            <pc:sldMk cId="0" sldId="256"/>
            <ac:spMk id="190" creationId="{00000000-0000-0000-0000-000000000000}"/>
          </ac:spMkLst>
        </pc:spChg>
        <pc:spChg chg="del">
          <ac:chgData name="#NGUYEN DANG DUNG#" userId="4f417bd5-f6f0-4d2d-a47b-d865b6e44374" providerId="ADAL" clId="{AB3E41C2-6534-4F41-8566-7F04D61C8197}" dt="2026-03-31T14:53:33.548" v="163" actId="478"/>
          <ac:spMkLst>
            <pc:docMk/>
            <pc:sldMk cId="0" sldId="256"/>
            <ac:spMk id="191" creationId="{00000000-0000-0000-0000-000000000000}"/>
          </ac:spMkLst>
        </pc:spChg>
      </pc:sldChg>
      <pc:sldMasterChg chg="modSldLayout">
        <pc:chgData name="#NGUYEN DANG DUNG#" userId="4f417bd5-f6f0-4d2d-a47b-d865b6e44374" providerId="ADAL" clId="{AB3E41C2-6534-4F41-8566-7F04D61C8197}" dt="2026-03-31T14:53:52.017" v="172" actId="27636"/>
        <pc:sldMasterMkLst>
          <pc:docMk/>
          <pc:sldMasterMk cId="0" sldId="2147483654"/>
        </pc:sldMasterMkLst>
        <pc:sldLayoutChg chg="modSp mod">
          <pc:chgData name="#NGUYEN DANG DUNG#" userId="4f417bd5-f6f0-4d2d-a47b-d865b6e44374" providerId="ADAL" clId="{AB3E41C2-6534-4F41-8566-7F04D61C8197}" dt="2026-03-31T14:53:51.990" v="169" actId="27636"/>
          <pc:sldLayoutMkLst>
            <pc:docMk/>
            <pc:sldMasterMk cId="0" sldId="2147483654"/>
            <pc:sldLayoutMk cId="0" sldId="2147483649"/>
          </pc:sldLayoutMkLst>
          <pc:spChg chg="mod">
            <ac:chgData name="#NGUYEN DANG DUNG#" userId="4f417bd5-f6f0-4d2d-a47b-d865b6e44374" providerId="ADAL" clId="{AB3E41C2-6534-4F41-8566-7F04D61C8197}" dt="2026-03-31T14:53:51.990" v="169" actId="27636"/>
            <ac:spMkLst>
              <pc:docMk/>
              <pc:sldMasterMk cId="0" sldId="2147483654"/>
              <pc:sldLayoutMk cId="0" sldId="2147483649"/>
              <ac:spMk id="76" creationId="{00000000-0000-0000-0000-000000000000}"/>
            </ac:spMkLst>
          </pc:spChg>
          <pc:spChg chg="mod">
            <ac:chgData name="#NGUYEN DANG DUNG#" userId="4f417bd5-f6f0-4d2d-a47b-d865b6e44374" providerId="ADAL" clId="{AB3E41C2-6534-4F41-8566-7F04D61C8197}" dt="2026-03-31T14:53:51.990" v="168" actId="27636"/>
            <ac:spMkLst>
              <pc:docMk/>
              <pc:sldMasterMk cId="0" sldId="2147483654"/>
              <pc:sldLayoutMk cId="0" sldId="2147483649"/>
              <ac:spMk id="100" creationId="{00000000-0000-0000-0000-000000000000}"/>
            </ac:spMkLst>
          </pc:spChg>
        </pc:sldLayoutChg>
        <pc:sldLayoutChg chg="modSp mod">
          <pc:chgData name="#NGUYEN DANG DUNG#" userId="4f417bd5-f6f0-4d2d-a47b-d865b6e44374" providerId="ADAL" clId="{AB3E41C2-6534-4F41-8566-7F04D61C8197}" dt="2026-03-31T14:53:52.007" v="171" actId="27636"/>
          <pc:sldLayoutMkLst>
            <pc:docMk/>
            <pc:sldMasterMk cId="0" sldId="2147483654"/>
            <pc:sldLayoutMk cId="0" sldId="2147483650"/>
          </pc:sldLayoutMkLst>
          <pc:spChg chg="mod">
            <ac:chgData name="#NGUYEN DANG DUNG#" userId="4f417bd5-f6f0-4d2d-a47b-d865b6e44374" providerId="ADAL" clId="{AB3E41C2-6534-4F41-8566-7F04D61C8197}" dt="2026-03-31T14:53:52.007" v="171" actId="27636"/>
            <ac:spMkLst>
              <pc:docMk/>
              <pc:sldMasterMk cId="0" sldId="2147483654"/>
              <pc:sldLayoutMk cId="0" sldId="2147483650"/>
              <ac:spMk id="144" creationId="{00000000-0000-0000-0000-000000000000}"/>
            </ac:spMkLst>
          </pc:spChg>
          <pc:spChg chg="mod">
            <ac:chgData name="#NGUYEN DANG DUNG#" userId="4f417bd5-f6f0-4d2d-a47b-d865b6e44374" providerId="ADAL" clId="{AB3E41C2-6534-4F41-8566-7F04D61C8197}" dt="2026-03-31T14:53:52.002" v="170" actId="27636"/>
            <ac:spMkLst>
              <pc:docMk/>
              <pc:sldMasterMk cId="0" sldId="2147483654"/>
              <pc:sldLayoutMk cId="0" sldId="2147483650"/>
              <ac:spMk id="148" creationId="{00000000-0000-0000-0000-000000000000}"/>
            </ac:spMkLst>
          </pc:spChg>
        </pc:sldLayoutChg>
        <pc:sldLayoutChg chg="modSp mod">
          <pc:chgData name="#NGUYEN DANG DUNG#" userId="4f417bd5-f6f0-4d2d-a47b-d865b6e44374" providerId="ADAL" clId="{AB3E41C2-6534-4F41-8566-7F04D61C8197}" dt="2026-03-31T14:53:52.017" v="172" actId="27636"/>
          <pc:sldLayoutMkLst>
            <pc:docMk/>
            <pc:sldMasterMk cId="0" sldId="2147483654"/>
            <pc:sldLayoutMk cId="0" sldId="2147483651"/>
          </pc:sldLayoutMkLst>
          <pc:spChg chg="mod">
            <ac:chgData name="#NGUYEN DANG DUNG#" userId="4f417bd5-f6f0-4d2d-a47b-d865b6e44374" providerId="ADAL" clId="{AB3E41C2-6534-4F41-8566-7F04D61C8197}" dt="2026-03-31T14:53:52.017" v="172" actId="27636"/>
            <ac:spMkLst>
              <pc:docMk/>
              <pc:sldMasterMk cId="0" sldId="2147483654"/>
              <pc:sldLayoutMk cId="0" sldId="2147483651"/>
              <ac:spMk id="175"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390e7c1ade_0_1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1390e7c1ad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1"/>
        <p:cNvGrpSpPr/>
        <p:nvPr/>
      </p:nvGrpSpPr>
      <p:grpSpPr>
        <a:xfrm>
          <a:off x="0" y="0"/>
          <a:ext cx="0" cy="0"/>
          <a:chOff x="0" y="0"/>
          <a:chExt cx="0" cy="0"/>
        </a:xfrm>
      </p:grpSpPr>
      <p:cxnSp>
        <p:nvCxnSpPr>
          <p:cNvPr id="62" name="Google Shape;62;p3"/>
          <p:cNvCxnSpPr>
            <a:stCxn id="63"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4" name="Google Shape;64;p3"/>
          <p:cNvGrpSpPr/>
          <p:nvPr/>
        </p:nvGrpSpPr>
        <p:grpSpPr>
          <a:xfrm>
            <a:off x="190345" y="900758"/>
            <a:ext cx="7581747" cy="5906"/>
            <a:chOff x="1890075" y="5241175"/>
            <a:chExt cx="4240556" cy="257700"/>
          </a:xfrm>
        </p:grpSpPr>
        <p:sp>
          <p:nvSpPr>
            <p:cNvPr id="65" name="Google Shape;65;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6" name="Google Shape;6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7" name="Google Shape;6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8" name="Google Shape;6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69" name="Google Shape;69;p3"/>
          <p:cNvGrpSpPr/>
          <p:nvPr/>
        </p:nvGrpSpPr>
        <p:grpSpPr>
          <a:xfrm>
            <a:off x="190320" y="931759"/>
            <a:ext cx="7581691" cy="5901"/>
            <a:chOff x="1890075" y="5241175"/>
            <a:chExt cx="4240556" cy="257700"/>
          </a:xfrm>
        </p:grpSpPr>
        <p:sp>
          <p:nvSpPr>
            <p:cNvPr id="70" name="Google Shape;7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3" name="Google Shape;7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4" name="Google Shape;7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5" name="Google Shape;75;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76" name="Google Shape;76;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77" name="Google Shape;77;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3"/>
          <p:cNvGrpSpPr/>
          <p:nvPr/>
        </p:nvGrpSpPr>
        <p:grpSpPr>
          <a:xfrm>
            <a:off x="190320" y="900657"/>
            <a:ext cx="7581691" cy="5901"/>
            <a:chOff x="1890075" y="5241175"/>
            <a:chExt cx="4240556" cy="257700"/>
          </a:xfrm>
        </p:grpSpPr>
        <p:sp>
          <p:nvSpPr>
            <p:cNvPr id="79" name="Google Shape;7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0" name="Google Shape;8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1" name="Google Shape;8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2" name="Google Shape;8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3" name="Google Shape;83;p3"/>
          <p:cNvGrpSpPr/>
          <p:nvPr/>
        </p:nvGrpSpPr>
        <p:grpSpPr>
          <a:xfrm>
            <a:off x="190320" y="931759"/>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3" name="Google Shape;63;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87" name="Google Shape;87;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88" name="Google Shape;88;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89" name="Google Shape;89;p3"/>
          <p:cNvGrpSpPr/>
          <p:nvPr/>
        </p:nvGrpSpPr>
        <p:grpSpPr>
          <a:xfrm>
            <a:off x="172024" y="1040825"/>
            <a:ext cx="137818" cy="187200"/>
            <a:chOff x="507100" y="1997600"/>
            <a:chExt cx="158375" cy="187200"/>
          </a:xfrm>
        </p:grpSpPr>
        <p:sp>
          <p:nvSpPr>
            <p:cNvPr id="90" name="Google Shape;90;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3" name="Google Shape;93;p3"/>
          <p:cNvGrpSpPr/>
          <p:nvPr/>
        </p:nvGrpSpPr>
        <p:grpSpPr>
          <a:xfrm>
            <a:off x="190349" y="2907725"/>
            <a:ext cx="137818" cy="187200"/>
            <a:chOff x="507100" y="1540400"/>
            <a:chExt cx="158375" cy="187200"/>
          </a:xfrm>
        </p:grpSpPr>
        <p:sp>
          <p:nvSpPr>
            <p:cNvPr id="94" name="Google Shape;94;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97" name="Google Shape;97;p3"/>
          <p:cNvGrpSpPr/>
          <p:nvPr/>
        </p:nvGrpSpPr>
        <p:grpSpPr>
          <a:xfrm>
            <a:off x="172024" y="5506200"/>
            <a:ext cx="137818" cy="187200"/>
            <a:chOff x="507100" y="1997600"/>
            <a:chExt cx="158375" cy="187200"/>
          </a:xfrm>
        </p:grpSpPr>
        <p:sp>
          <p:nvSpPr>
            <p:cNvPr id="98" name="Google Shape;98;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1" name="Google Shape;101;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2" name="Google Shape;102;p3"/>
          <p:cNvGrpSpPr/>
          <p:nvPr/>
        </p:nvGrpSpPr>
        <p:grpSpPr>
          <a:xfrm>
            <a:off x="172024" y="7607808"/>
            <a:ext cx="137818" cy="187200"/>
            <a:chOff x="507100" y="1997600"/>
            <a:chExt cx="158375" cy="187200"/>
          </a:xfrm>
        </p:grpSpPr>
        <p:sp>
          <p:nvSpPr>
            <p:cNvPr id="103" name="Google Shape;103;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06" name="Google Shape;106;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07" name="Google Shape;107;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08"/>
        <p:cNvGrpSpPr/>
        <p:nvPr/>
      </p:nvGrpSpPr>
      <p:grpSpPr>
        <a:xfrm>
          <a:off x="0" y="0"/>
          <a:ext cx="0" cy="0"/>
          <a:chOff x="0" y="0"/>
          <a:chExt cx="0" cy="0"/>
        </a:xfrm>
      </p:grpSpPr>
      <p:cxnSp>
        <p:nvCxnSpPr>
          <p:cNvPr id="109" name="Google Shape;109;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0" name="Google Shape;110;p4"/>
          <p:cNvGrpSpPr/>
          <p:nvPr/>
        </p:nvGrpSpPr>
        <p:grpSpPr>
          <a:xfrm>
            <a:off x="404725" y="1300475"/>
            <a:ext cx="6908400" cy="72025"/>
            <a:chOff x="404725" y="1681475"/>
            <a:chExt cx="6908400" cy="72025"/>
          </a:xfrm>
        </p:grpSpPr>
        <p:cxnSp>
          <p:nvCxnSpPr>
            <p:cNvPr id="111" name="Google Shape;111;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2" name="Google Shape;112;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3" name="Google Shape;113;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4" name="Google Shape;114;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5" name="Google Shape;115;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16" name="Google Shape;116;p4"/>
          <p:cNvGrpSpPr/>
          <p:nvPr/>
        </p:nvGrpSpPr>
        <p:grpSpPr>
          <a:xfrm>
            <a:off x="417975" y="1504250"/>
            <a:ext cx="2357775" cy="410125"/>
            <a:chOff x="417975" y="1885250"/>
            <a:chExt cx="2357775" cy="410125"/>
          </a:xfrm>
        </p:grpSpPr>
        <p:sp>
          <p:nvSpPr>
            <p:cNvPr id="117" name="Google Shape;117;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4"/>
          <p:cNvGrpSpPr/>
          <p:nvPr/>
        </p:nvGrpSpPr>
        <p:grpSpPr>
          <a:xfrm>
            <a:off x="417975" y="3276600"/>
            <a:ext cx="2357775" cy="410125"/>
            <a:chOff x="265575" y="3352800"/>
            <a:chExt cx="2357775" cy="410125"/>
          </a:xfrm>
        </p:grpSpPr>
        <p:sp>
          <p:nvSpPr>
            <p:cNvPr id="122" name="Google Shape;122;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4"/>
          <p:cNvGrpSpPr/>
          <p:nvPr/>
        </p:nvGrpSpPr>
        <p:grpSpPr>
          <a:xfrm>
            <a:off x="3872044" y="3276600"/>
            <a:ext cx="2747987" cy="410125"/>
            <a:chOff x="3567313" y="3200400"/>
            <a:chExt cx="2357775" cy="410125"/>
          </a:xfrm>
        </p:grpSpPr>
        <p:sp>
          <p:nvSpPr>
            <p:cNvPr id="127" name="Google Shape;127;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 name="Google Shape;131;p4"/>
          <p:cNvGrpSpPr/>
          <p:nvPr/>
        </p:nvGrpSpPr>
        <p:grpSpPr>
          <a:xfrm>
            <a:off x="417963" y="6597750"/>
            <a:ext cx="2357775" cy="410125"/>
            <a:chOff x="-39237" y="6140550"/>
            <a:chExt cx="2357775" cy="410125"/>
          </a:xfrm>
        </p:grpSpPr>
        <p:sp>
          <p:nvSpPr>
            <p:cNvPr id="132" name="Google Shape;132;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37" name="Google Shape;137;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38" name="Google Shape;138;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39" name="Google Shape;139;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0" name="Google Shape;140;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1" name="Google Shape;141;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2" name="Google Shape;142;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3" name="Google Shape;143;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4" name="Google Shape;144;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5" name="Google Shape;145;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46" name="Google Shape;146;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47" name="Google Shape;147;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48" name="Google Shape;148;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49"/>
        <p:cNvGrpSpPr/>
        <p:nvPr/>
      </p:nvGrpSpPr>
      <p:grpSpPr>
        <a:xfrm>
          <a:off x="0" y="0"/>
          <a:ext cx="0" cy="0"/>
          <a:chOff x="0" y="0"/>
          <a:chExt cx="0" cy="0"/>
        </a:xfrm>
      </p:grpSpPr>
      <p:sp>
        <p:nvSpPr>
          <p:cNvPr id="150" name="Google Shape;150;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1" name="Google Shape;151;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2" name="Google Shape;152;p5"/>
          <p:cNvGrpSpPr/>
          <p:nvPr/>
        </p:nvGrpSpPr>
        <p:grpSpPr>
          <a:xfrm>
            <a:off x="95351" y="1392509"/>
            <a:ext cx="7581691" cy="5901"/>
            <a:chOff x="1890075" y="5241175"/>
            <a:chExt cx="4240556" cy="257700"/>
          </a:xfrm>
        </p:grpSpPr>
        <p:sp>
          <p:nvSpPr>
            <p:cNvPr id="153" name="Google Shape;15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4" name="Google Shape;15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5" name="Google Shape;15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6" name="Google Shape;15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57" name="Google Shape;157;p5"/>
          <p:cNvGrpSpPr/>
          <p:nvPr/>
        </p:nvGrpSpPr>
        <p:grpSpPr>
          <a:xfrm>
            <a:off x="95351" y="4542984"/>
            <a:ext cx="7581691" cy="5901"/>
            <a:chOff x="1890075" y="5241175"/>
            <a:chExt cx="4240556" cy="257700"/>
          </a:xfrm>
        </p:grpSpPr>
        <p:sp>
          <p:nvSpPr>
            <p:cNvPr id="158" name="Google Shape;15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1" name="Google Shape;16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2" name="Google Shape;162;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3" name="Google Shape;163;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4" name="Google Shape;164;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5" name="Google Shape;165;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66" name="Google Shape;166;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67" name="Google Shape;167;p5"/>
          <p:cNvGrpSpPr/>
          <p:nvPr/>
        </p:nvGrpSpPr>
        <p:grpSpPr>
          <a:xfrm>
            <a:off x="95351" y="8200359"/>
            <a:ext cx="7581691" cy="5901"/>
            <a:chOff x="1890075" y="5241175"/>
            <a:chExt cx="4240556" cy="257700"/>
          </a:xfrm>
        </p:grpSpPr>
        <p:sp>
          <p:nvSpPr>
            <p:cNvPr id="168" name="Google Shape;16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1" name="Google Shape;17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2" name="Google Shape;172;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73" name="Google Shape;173;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74" name="Google Shape;174;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75" name="Google Shape;175;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76"/>
        <p:cNvGrpSpPr/>
        <p:nvPr/>
      </p:nvGrpSpPr>
      <p:grpSpPr>
        <a:xfrm>
          <a:off x="0" y="0"/>
          <a:ext cx="0" cy="0"/>
          <a:chOff x="0" y="0"/>
          <a:chExt cx="0" cy="0"/>
        </a:xfrm>
      </p:grpSpPr>
      <p:sp>
        <p:nvSpPr>
          <p:cNvPr id="177" name="Google Shape;177;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78" name="Google Shape;178;p6"/>
          <p:cNvGrpSpPr/>
          <p:nvPr/>
        </p:nvGrpSpPr>
        <p:grpSpPr>
          <a:xfrm>
            <a:off x="-16250" y="9048087"/>
            <a:ext cx="7804900" cy="1072407"/>
            <a:chOff x="-19118" y="4617750"/>
            <a:chExt cx="9182236" cy="548378"/>
          </a:xfrm>
        </p:grpSpPr>
        <p:sp>
          <p:nvSpPr>
            <p:cNvPr id="179" name="Google Shape;179;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0" name="Google Shape;180;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8"/>
          <p:cNvSpPr txBox="1"/>
          <p:nvPr/>
        </p:nvSpPr>
        <p:spPr>
          <a:xfrm>
            <a:off x="188700" y="1533300"/>
            <a:ext cx="3697500" cy="2850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SzPts val="852"/>
              <a:buNone/>
            </a:pPr>
            <a:r>
              <a:rPr lang="en" sz="1375">
                <a:latin typeface="Google Sans SemiBold"/>
                <a:ea typeface="Google Sans SemiBold"/>
                <a:cs typeface="Google Sans SemiBold"/>
                <a:sym typeface="Google Sans SemiBold"/>
              </a:rPr>
              <a:t>Project Overview</a:t>
            </a:r>
            <a:endParaRPr sz="1375">
              <a:solidFill>
                <a:srgbClr val="000000"/>
              </a:solidFill>
              <a:latin typeface="Google Sans SemiBold"/>
              <a:ea typeface="Google Sans SemiBold"/>
              <a:cs typeface="Google Sans SemiBold"/>
              <a:sym typeface="Google Sans SemiBold"/>
            </a:endParaRPr>
          </a:p>
        </p:txBody>
      </p:sp>
      <p:sp>
        <p:nvSpPr>
          <p:cNvPr id="187" name="Google Shape;187;p8"/>
          <p:cNvSpPr txBox="1"/>
          <p:nvPr/>
        </p:nvSpPr>
        <p:spPr>
          <a:xfrm>
            <a:off x="211425" y="1782925"/>
            <a:ext cx="73095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1"/>
                </a:solidFill>
              </a:rPr>
              <a:t>T</a:t>
            </a:r>
            <a:r>
              <a:rPr lang="en" sz="1300" dirty="0">
                <a:solidFill>
                  <a:schemeClr val="dk1"/>
                </a:solidFill>
                <a:latin typeface="Google Sans"/>
                <a:ea typeface="Google Sans"/>
                <a:cs typeface="Google Sans"/>
                <a:sym typeface="Google Sans"/>
              </a:rPr>
              <a:t>he TikTok data team seeks to develop a machine learning model to assist in the classification of claims for user submissions. In this part of the project, the data team will conduct a hypothesis test to analyze the relationship between verified_status and video_view_count. </a:t>
            </a:r>
            <a:endParaRPr sz="1300" dirty="0">
              <a:solidFill>
                <a:schemeClr val="dk1"/>
              </a:solidFill>
              <a:latin typeface="Google Sans"/>
              <a:ea typeface="Google Sans"/>
              <a:cs typeface="Google Sans"/>
              <a:sym typeface="Google Sans"/>
            </a:endParaRPr>
          </a:p>
        </p:txBody>
      </p:sp>
      <p:sp>
        <p:nvSpPr>
          <p:cNvPr id="188" name="Google Shape;188;p8"/>
          <p:cNvSpPr txBox="1"/>
          <p:nvPr/>
        </p:nvSpPr>
        <p:spPr>
          <a:xfrm>
            <a:off x="36300" y="3925075"/>
            <a:ext cx="3213000" cy="5986224"/>
          </a:xfrm>
          <a:prstGeom prst="rect">
            <a:avLst/>
          </a:prstGeom>
          <a:noFill/>
          <a:ln>
            <a:noFill/>
          </a:ln>
        </p:spPr>
        <p:txBody>
          <a:bodyPr spcFirstLastPara="1" wrap="square" lIns="91425" tIns="91425" rIns="91425" bIns="91425" anchor="t" anchorCtr="0">
            <a:spAutoFit/>
          </a:bodyPr>
          <a:lstStyle/>
          <a:p>
            <a:pPr marL="457200" lvl="0" indent="-317500" algn="l" rtl="0">
              <a:spcBef>
                <a:spcPts val="1000"/>
              </a:spcBef>
              <a:spcAft>
                <a:spcPts val="0"/>
              </a:spcAft>
              <a:buSzPts val="1400"/>
              <a:buFont typeface="Google Sans"/>
              <a:buChar char="●"/>
            </a:pPr>
            <a:r>
              <a:rPr lang="en" sz="1600" dirty="0">
                <a:latin typeface="Google Sans"/>
                <a:ea typeface="Google Sans"/>
                <a:cs typeface="Google Sans"/>
                <a:sym typeface="Google Sans"/>
              </a:rPr>
              <a:t>The analysis shows a difference in number of views between TikTok videos posted by verified accounts and unverified accounts. </a:t>
            </a:r>
            <a:endParaRPr sz="1600" dirty="0">
              <a:latin typeface="Google Sans"/>
              <a:ea typeface="Google Sans"/>
              <a:cs typeface="Google Sans"/>
              <a:sym typeface="Google Sans"/>
            </a:endParaRPr>
          </a:p>
          <a:p>
            <a:pPr marL="457200" lvl="0" indent="-317500" algn="l" rtl="0">
              <a:spcBef>
                <a:spcPts val="1000"/>
              </a:spcBef>
              <a:spcAft>
                <a:spcPts val="0"/>
              </a:spcAft>
              <a:buSzPts val="1400"/>
              <a:buFont typeface="Google Sans"/>
              <a:buChar char="●"/>
            </a:pPr>
            <a:r>
              <a:rPr lang="en" sz="1600" dirty="0">
                <a:latin typeface="Google Sans"/>
                <a:ea typeface="Google Sans"/>
                <a:cs typeface="Google Sans"/>
                <a:sym typeface="Google Sans"/>
              </a:rPr>
              <a:t>As a result, these findings suggest potential behavioral differences between these two groups of accounts</a:t>
            </a:r>
          </a:p>
          <a:p>
            <a:pPr marL="457200" lvl="0" indent="-317500" algn="l" rtl="0">
              <a:spcBef>
                <a:spcPts val="1000"/>
              </a:spcBef>
              <a:spcAft>
                <a:spcPts val="0"/>
              </a:spcAft>
              <a:buSzPts val="1400"/>
              <a:buFont typeface="Google Sans"/>
              <a:buChar char="●"/>
            </a:pPr>
            <a:r>
              <a:rPr lang="en" sz="1600" dirty="0">
                <a:latin typeface="Google Sans"/>
                <a:ea typeface="Google Sans"/>
                <a:cs typeface="Google Sans"/>
                <a:sym typeface="Google Sans"/>
              </a:rPr>
              <a:t>It would be interesting to investigate the root cause of this behavioral difference. For example, the current dataset can verify whether unverified accounts tend to post more engaging videos, and whether such engaging content was a claim or opinion.</a:t>
            </a:r>
            <a:endParaRPr sz="1600" dirty="0">
              <a:latin typeface="Google Sans"/>
              <a:ea typeface="Google Sans"/>
              <a:cs typeface="Google Sans"/>
              <a:sym typeface="Google Sans"/>
            </a:endParaRPr>
          </a:p>
        </p:txBody>
      </p:sp>
      <p:sp>
        <p:nvSpPr>
          <p:cNvPr id="189" name="Google Shape;189;p8"/>
          <p:cNvSpPr txBox="1"/>
          <p:nvPr/>
        </p:nvSpPr>
        <p:spPr>
          <a:xfrm>
            <a:off x="3350925" y="7778925"/>
            <a:ext cx="4246200" cy="205694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dirty="0">
                <a:latin typeface="Google Sans"/>
                <a:ea typeface="Google Sans"/>
                <a:cs typeface="Google Sans"/>
                <a:sym typeface="Google Sans"/>
              </a:rPr>
              <a:t>The team suggests moving forward and building a </a:t>
            </a:r>
            <a:r>
              <a:rPr lang="en" sz="1500" b="1" dirty="0">
                <a:latin typeface="Google Sans"/>
                <a:ea typeface="Google Sans"/>
                <a:cs typeface="Google Sans"/>
                <a:sym typeface="Google Sans"/>
              </a:rPr>
              <a:t>regression model</a:t>
            </a:r>
            <a:r>
              <a:rPr lang="en" sz="1500" dirty="0">
                <a:latin typeface="Google Sans"/>
                <a:ea typeface="Google Sans"/>
                <a:cs typeface="Google Sans"/>
                <a:sym typeface="Google Sans"/>
              </a:rPr>
              <a:t> on verified status. </a:t>
            </a:r>
            <a:endParaRPr sz="1500" dirty="0">
              <a:latin typeface="Google Sans"/>
              <a:ea typeface="Google Sans"/>
              <a:cs typeface="Google Sans"/>
              <a:sym typeface="Google Sans"/>
            </a:endParaRPr>
          </a:p>
          <a:p>
            <a:pPr marL="0" lvl="0" indent="0" algn="l" rtl="0">
              <a:spcBef>
                <a:spcPts val="1000"/>
              </a:spcBef>
              <a:spcAft>
                <a:spcPts val="1000"/>
              </a:spcAft>
              <a:buNone/>
            </a:pPr>
            <a:r>
              <a:rPr lang="en" sz="1500" dirty="0">
                <a:latin typeface="Google Sans"/>
                <a:ea typeface="Google Sans"/>
                <a:cs typeface="Google Sans"/>
                <a:sym typeface="Google Sans"/>
              </a:rPr>
              <a:t>A regression model for verified_status can help analyze user behavior in this group of verified users. Then, its context can be used to consider results from a claim classification model that will be created afterwards. </a:t>
            </a:r>
            <a:endParaRPr sz="1500" dirty="0">
              <a:latin typeface="Google Sans"/>
              <a:ea typeface="Google Sans"/>
              <a:cs typeface="Google Sans"/>
              <a:sym typeface="Google Sans"/>
            </a:endParaRPr>
          </a:p>
        </p:txBody>
      </p:sp>
      <p:pic>
        <p:nvPicPr>
          <p:cNvPr id="192" name="Google Shape;192;p8"/>
          <p:cNvPicPr preferRelativeResize="0"/>
          <p:nvPr/>
        </p:nvPicPr>
        <p:blipFill>
          <a:blip r:embed="rId3">
            <a:alphaModFix/>
          </a:blip>
          <a:stretch>
            <a:fillRect/>
          </a:stretch>
        </p:blipFill>
        <p:spPr>
          <a:xfrm>
            <a:off x="4177275" y="4986488"/>
            <a:ext cx="3203100" cy="907073"/>
          </a:xfrm>
          <a:prstGeom prst="rect">
            <a:avLst/>
          </a:prstGeom>
          <a:noFill/>
          <a:ln>
            <a:noFill/>
          </a:ln>
        </p:spPr>
      </p:pic>
      <p:sp>
        <p:nvSpPr>
          <p:cNvPr id="193" name="Google Shape;193;p8"/>
          <p:cNvSpPr txBox="1"/>
          <p:nvPr/>
        </p:nvSpPr>
        <p:spPr>
          <a:xfrm>
            <a:off x="3506700" y="3417338"/>
            <a:ext cx="4195500" cy="369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dirty="0">
                <a:solidFill>
                  <a:schemeClr val="dk1"/>
                </a:solidFill>
                <a:latin typeface="Google Sans"/>
                <a:ea typeface="Google Sans"/>
                <a:cs typeface="Google Sans"/>
                <a:sym typeface="Google Sans"/>
              </a:rPr>
              <a:t>The TikTok data team considered the relationship between verified_status and video_view_count. </a:t>
            </a:r>
            <a:endParaRPr sz="1300" dirty="0">
              <a:solidFill>
                <a:schemeClr val="dk1"/>
              </a:solidFill>
              <a:latin typeface="Google Sans"/>
              <a:ea typeface="Google Sans"/>
              <a:cs typeface="Google Sans"/>
              <a:sym typeface="Google Sans"/>
            </a:endParaRPr>
          </a:p>
          <a:p>
            <a:pPr marL="0" lvl="0" indent="0" algn="l" rtl="0">
              <a:spcBef>
                <a:spcPts val="1000"/>
              </a:spcBef>
              <a:spcAft>
                <a:spcPts val="0"/>
              </a:spcAft>
              <a:buNone/>
            </a:pPr>
            <a:r>
              <a:rPr lang="en" sz="1300" dirty="0">
                <a:solidFill>
                  <a:schemeClr val="dk1"/>
                </a:solidFill>
                <a:latin typeface="Google Sans"/>
                <a:ea typeface="Google Sans"/>
                <a:cs typeface="Google Sans"/>
                <a:sym typeface="Google Sans"/>
              </a:rPr>
              <a:t>One approach conducted was to examine the mean values of video_view_count for each group of verified_status in the sample data. The findings showed that unverified accounts have a mean of 265,663 views vs. 91,439 views for verified accounts</a:t>
            </a:r>
            <a:endParaRPr sz="1300" dirty="0">
              <a:solidFill>
                <a:schemeClr val="dk1"/>
              </a:solidFill>
              <a:latin typeface="Google Sans"/>
              <a:ea typeface="Google Sans"/>
              <a:cs typeface="Google Sans"/>
              <a:sym typeface="Google Sans"/>
            </a:endParaRPr>
          </a:p>
          <a:p>
            <a:pPr marL="0" lvl="0" indent="0" algn="l" rtl="0">
              <a:spcBef>
                <a:spcPts val="1000"/>
              </a:spcBef>
              <a:spcAft>
                <a:spcPts val="0"/>
              </a:spcAft>
              <a:buNone/>
            </a:pPr>
            <a:endParaRPr sz="1300" dirty="0">
              <a:solidFill>
                <a:schemeClr val="dk1"/>
              </a:solidFill>
              <a:latin typeface="Google Sans"/>
              <a:ea typeface="Google Sans"/>
              <a:cs typeface="Google Sans"/>
              <a:sym typeface="Google Sans"/>
            </a:endParaRPr>
          </a:p>
          <a:p>
            <a:pPr marL="0" lvl="0" indent="0" algn="l" rtl="0">
              <a:spcBef>
                <a:spcPts val="1000"/>
              </a:spcBef>
              <a:spcAft>
                <a:spcPts val="0"/>
              </a:spcAft>
              <a:buNone/>
            </a:pPr>
            <a:endParaRPr sz="1300" dirty="0">
              <a:solidFill>
                <a:schemeClr val="dk1"/>
              </a:solidFill>
              <a:latin typeface="Google Sans"/>
              <a:ea typeface="Google Sans"/>
              <a:cs typeface="Google Sans"/>
              <a:sym typeface="Google Sans"/>
            </a:endParaRPr>
          </a:p>
          <a:p>
            <a:pPr marL="0" lvl="0" indent="0" algn="l" rtl="0">
              <a:spcBef>
                <a:spcPts val="1000"/>
              </a:spcBef>
              <a:spcAft>
                <a:spcPts val="1000"/>
              </a:spcAft>
              <a:buNone/>
            </a:pPr>
            <a:r>
              <a:rPr lang="en" sz="1300" dirty="0">
                <a:solidFill>
                  <a:schemeClr val="dk1"/>
                </a:solidFill>
                <a:latin typeface="Google Sans"/>
                <a:ea typeface="Google Sans"/>
                <a:cs typeface="Google Sans"/>
                <a:sym typeface="Google Sans"/>
              </a:rPr>
              <a:t>The second approach was a two-sample hypothesis test. Aligned with preliminary findings from the mean values, this statistical analysis shows that any observed difference in the sample data is due to an actual difference in the corresponding population means.</a:t>
            </a:r>
            <a:endParaRPr sz="1300" dirty="0">
              <a:solidFill>
                <a:schemeClr val="dk1"/>
              </a:solidFill>
              <a:latin typeface="Google Sans"/>
              <a:ea typeface="Google Sans"/>
              <a:cs typeface="Google Sans"/>
              <a:sym typeface="Google Sans"/>
            </a:endParaRPr>
          </a:p>
        </p:txBody>
      </p:sp>
      <p:sp>
        <p:nvSpPr>
          <p:cNvPr id="4" name="TextBox 3">
            <a:extLst>
              <a:ext uri="{FF2B5EF4-FFF2-40B4-BE49-F238E27FC236}">
                <a16:creationId xmlns:a16="http://schemas.microsoft.com/office/drawing/2014/main" id="{D38464C9-849E-E19D-0493-DAF8764CB746}"/>
              </a:ext>
            </a:extLst>
          </p:cNvPr>
          <p:cNvSpPr txBox="1"/>
          <p:nvPr/>
        </p:nvSpPr>
        <p:spPr>
          <a:xfrm>
            <a:off x="0" y="175116"/>
            <a:ext cx="7772400" cy="1231106"/>
          </a:xfrm>
          <a:prstGeom prst="rect">
            <a:avLst/>
          </a:prstGeom>
          <a:noFill/>
        </p:spPr>
        <p:txBody>
          <a:bodyPr wrap="square">
            <a:spAutoFit/>
          </a:bodyPr>
          <a:lstStyle/>
          <a:p>
            <a:pPr algn="ctr"/>
            <a:r>
              <a:rPr lang="en-US" sz="2400" b="1" dirty="0">
                <a:latin typeface="Google Sans" panose="020B0604020202020204" charset="0"/>
                <a:ea typeface="Google Sans" panose="020B0604020202020204" charset="0"/>
                <a:cs typeface="Google Sans" panose="020B0604020202020204" charset="0"/>
              </a:rPr>
              <a:t>Executive Summary: Statistical Testing Results</a:t>
            </a:r>
          </a:p>
          <a:p>
            <a:pPr>
              <a:buNone/>
            </a:pPr>
            <a:endParaRPr lang="en-US" sz="1800" b="0" dirty="0">
              <a:effectLst/>
            </a:endParaRPr>
          </a:p>
          <a:p>
            <a:pPr algn="ctr">
              <a:buNone/>
            </a:pPr>
            <a:r>
              <a:rPr lang="en-US" sz="1800" dirty="0">
                <a:latin typeface="PT Sans Narrow" panose="020B0506020203020204" pitchFamily="34" charset="0"/>
              </a:rPr>
              <a:t>TikTok </a:t>
            </a:r>
            <a:r>
              <a:rPr lang="en-US" sz="1800">
                <a:latin typeface="PT Sans Narrow" panose="020B0506020203020204" pitchFamily="34" charset="0"/>
              </a:rPr>
              <a:t>Claims Classification </a:t>
            </a:r>
            <a:r>
              <a:rPr lang="en-US" sz="1800" dirty="0">
                <a:latin typeface="PT Sans Narrow" panose="020B0506020203020204" pitchFamily="34" charset="0"/>
              </a:rPr>
              <a:t>Project</a:t>
            </a:r>
            <a:br>
              <a:rPr lang="en-US" dirty="0"/>
            </a:br>
            <a:endParaRPr lang="en-US"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304</Words>
  <Application>Microsoft Office PowerPoint</Application>
  <PresentationFormat>Custom</PresentationFormat>
  <Paragraphs>15</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Google Sans SemiBold</vt:lpstr>
      <vt:lpstr>PT Sans Narrow</vt:lpstr>
      <vt:lpstr>Roboto</vt:lpstr>
      <vt:lpstr>Calibri</vt:lpstr>
      <vt:lpstr>Arial</vt:lpstr>
      <vt:lpstr>Google Sans</vt:lpstr>
      <vt:lpstr>Lato</vt:lpstr>
      <vt:lpstr>Work Sans</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DANG DUNG#</cp:lastModifiedBy>
  <cp:revision>1</cp:revision>
  <dcterms:modified xsi:type="dcterms:W3CDTF">2026-04-01T06:27:42Z</dcterms:modified>
</cp:coreProperties>
</file>