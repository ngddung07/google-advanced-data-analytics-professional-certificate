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4"/>
  </p:notesMasterIdLst>
  <p:sldIdLst>
    <p:sldId id="256"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985819-6ED2-4DEB-A45A-BBCFF999D59F}" v="2" dt="2026-03-31T14:54:53.8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2539" y="58"/>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32" Type="http://schemas.microsoft.com/office/2015/10/relationships/revisionInfo" Target="revisionInfo.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31" Type="http://schemas.microsoft.com/office/2016/11/relationships/changesInfo" Target="changesInfos/changesInfo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DANG DUNG#" userId="4f417bd5-f6f0-4d2d-a47b-d865b6e44374" providerId="ADAL" clId="{AB3E41C2-6534-4F41-8566-7F04D61C8197}"/>
    <pc:docChg chg="undo custSel modSld modMainMaster">
      <pc:chgData name="#NGUYEN DANG DUNG#" userId="4f417bd5-f6f0-4d2d-a47b-d865b6e44374" providerId="ADAL" clId="{AB3E41C2-6534-4F41-8566-7F04D61C8197}" dt="2026-04-01T05:52:27.115" v="687" actId="20577"/>
      <pc:docMkLst>
        <pc:docMk/>
      </pc:docMkLst>
      <pc:sldChg chg="addSp delSp modSp mod">
        <pc:chgData name="#NGUYEN DANG DUNG#" userId="4f417bd5-f6f0-4d2d-a47b-d865b6e44374" providerId="ADAL" clId="{AB3E41C2-6534-4F41-8566-7F04D61C8197}" dt="2026-04-01T05:52:27.115" v="687" actId="20577"/>
        <pc:sldMkLst>
          <pc:docMk/>
          <pc:sldMk cId="0" sldId="256"/>
        </pc:sldMkLst>
        <pc:spChg chg="add mod">
          <ac:chgData name="#NGUYEN DANG DUNG#" userId="4f417bd5-f6f0-4d2d-a47b-d865b6e44374" providerId="ADAL" clId="{AB3E41C2-6534-4F41-8566-7F04D61C8197}" dt="2026-04-01T05:52:27.115" v="687" actId="20577"/>
          <ac:spMkLst>
            <pc:docMk/>
            <pc:sldMk cId="0" sldId="256"/>
            <ac:spMk id="2" creationId="{DEAD5BE4-E666-C1A7-21F2-AC0E6CD8AC97}"/>
          </ac:spMkLst>
        </pc:spChg>
        <pc:spChg chg="add mod">
          <ac:chgData name="#NGUYEN DANG DUNG#" userId="4f417bd5-f6f0-4d2d-a47b-d865b6e44374" providerId="ADAL" clId="{AB3E41C2-6534-4F41-8566-7F04D61C8197}" dt="2026-03-31T09:24:49.912" v="640" actId="20577"/>
          <ac:spMkLst>
            <pc:docMk/>
            <pc:sldMk cId="0" sldId="256"/>
            <ac:spMk id="4" creationId="{2E7A8736-18B6-90A0-B7C3-27D972C26B3B}"/>
          </ac:spMkLst>
        </pc:spChg>
        <pc:spChg chg="del mod">
          <ac:chgData name="#NGUYEN DANG DUNG#" userId="4f417bd5-f6f0-4d2d-a47b-d865b6e44374" providerId="ADAL" clId="{AB3E41C2-6534-4F41-8566-7F04D61C8197}" dt="2026-03-31T14:54:40.822" v="644" actId="478"/>
          <ac:spMkLst>
            <pc:docMk/>
            <pc:sldMk cId="0" sldId="256"/>
            <ac:spMk id="370" creationId="{00000000-0000-0000-0000-000000000000}"/>
          </ac:spMkLst>
        </pc:spChg>
        <pc:spChg chg="del mod">
          <ac:chgData name="#NGUYEN DANG DUNG#" userId="4f417bd5-f6f0-4d2d-a47b-d865b6e44374" providerId="ADAL" clId="{AB3E41C2-6534-4F41-8566-7F04D61C8197}" dt="2026-03-31T14:54:35.237" v="642" actId="478"/>
          <ac:spMkLst>
            <pc:docMk/>
            <pc:sldMk cId="0" sldId="256"/>
            <ac:spMk id="371" creationId="{00000000-0000-0000-0000-000000000000}"/>
          </ac:spMkLst>
        </pc:spChg>
        <pc:spChg chg="mod">
          <ac:chgData name="#NGUYEN DANG DUNG#" userId="4f417bd5-f6f0-4d2d-a47b-d865b6e44374" providerId="ADAL" clId="{AB3E41C2-6534-4F41-8566-7F04D61C8197}" dt="2026-03-31T08:51:35.550" v="8" actId="255"/>
          <ac:spMkLst>
            <pc:docMk/>
            <pc:sldMk cId="0" sldId="256"/>
            <ac:spMk id="372" creationId="{00000000-0000-0000-0000-000000000000}"/>
          </ac:spMkLst>
        </pc:spChg>
        <pc:spChg chg="mod">
          <ac:chgData name="#NGUYEN DANG DUNG#" userId="4f417bd5-f6f0-4d2d-a47b-d865b6e44374" providerId="ADAL" clId="{AB3E41C2-6534-4F41-8566-7F04D61C8197}" dt="2026-03-31T08:50:53.131" v="2" actId="14100"/>
          <ac:spMkLst>
            <pc:docMk/>
            <pc:sldMk cId="0" sldId="256"/>
            <ac:spMk id="373" creationId="{00000000-0000-0000-0000-000000000000}"/>
          </ac:spMkLst>
        </pc:spChg>
        <pc:spChg chg="mod">
          <ac:chgData name="#NGUYEN DANG DUNG#" userId="4f417bd5-f6f0-4d2d-a47b-d865b6e44374" providerId="ADAL" clId="{AB3E41C2-6534-4F41-8566-7F04D61C8197}" dt="2026-03-31T09:09:57.427" v="377" actId="20577"/>
          <ac:spMkLst>
            <pc:docMk/>
            <pc:sldMk cId="0" sldId="256"/>
            <ac:spMk id="374" creationId="{00000000-0000-0000-0000-000000000000}"/>
          </ac:spMkLst>
        </pc:spChg>
        <pc:spChg chg="mod">
          <ac:chgData name="#NGUYEN DANG DUNG#" userId="4f417bd5-f6f0-4d2d-a47b-d865b6e44374" providerId="ADAL" clId="{AB3E41C2-6534-4F41-8566-7F04D61C8197}" dt="2026-03-31T08:51:01.199" v="4" actId="14100"/>
          <ac:spMkLst>
            <pc:docMk/>
            <pc:sldMk cId="0" sldId="256"/>
            <ac:spMk id="375" creationId="{00000000-0000-0000-0000-000000000000}"/>
          </ac:spMkLst>
        </pc:spChg>
        <pc:spChg chg="mod">
          <ac:chgData name="#NGUYEN DANG DUNG#" userId="4f417bd5-f6f0-4d2d-a47b-d865b6e44374" providerId="ADAL" clId="{AB3E41C2-6534-4F41-8566-7F04D61C8197}" dt="2026-03-31T09:05:56.263" v="293" actId="20577"/>
          <ac:spMkLst>
            <pc:docMk/>
            <pc:sldMk cId="0" sldId="256"/>
            <ac:spMk id="376" creationId="{00000000-0000-0000-0000-000000000000}"/>
          </ac:spMkLst>
        </pc:spChg>
        <pc:spChg chg="mod">
          <ac:chgData name="#NGUYEN DANG DUNG#" userId="4f417bd5-f6f0-4d2d-a47b-d865b6e44374" providerId="ADAL" clId="{AB3E41C2-6534-4F41-8566-7F04D61C8197}" dt="2026-03-31T09:08:45.388" v="298" actId="1076"/>
          <ac:spMkLst>
            <pc:docMk/>
            <pc:sldMk cId="0" sldId="256"/>
            <ac:spMk id="377" creationId="{00000000-0000-0000-0000-000000000000}"/>
          </ac:spMkLst>
        </pc:spChg>
        <pc:spChg chg="mod">
          <ac:chgData name="#NGUYEN DANG DUNG#" userId="4f417bd5-f6f0-4d2d-a47b-d865b6e44374" providerId="ADAL" clId="{AB3E41C2-6534-4F41-8566-7F04D61C8197}" dt="2026-03-31T08:59:42.115" v="197" actId="14100"/>
          <ac:spMkLst>
            <pc:docMk/>
            <pc:sldMk cId="0" sldId="256"/>
            <ac:spMk id="380" creationId="{00000000-0000-0000-0000-000000000000}"/>
          </ac:spMkLst>
        </pc:spChg>
        <pc:spChg chg="mod">
          <ac:chgData name="#NGUYEN DANG DUNG#" userId="4f417bd5-f6f0-4d2d-a47b-d865b6e44374" providerId="ADAL" clId="{AB3E41C2-6534-4F41-8566-7F04D61C8197}" dt="2026-03-31T08:59:49.569" v="198" actId="14100"/>
          <ac:spMkLst>
            <pc:docMk/>
            <pc:sldMk cId="0" sldId="256"/>
            <ac:spMk id="382" creationId="{00000000-0000-0000-0000-000000000000}"/>
          </ac:spMkLst>
        </pc:spChg>
        <pc:spChg chg="mod">
          <ac:chgData name="#NGUYEN DANG DUNG#" userId="4f417bd5-f6f0-4d2d-a47b-d865b6e44374" providerId="ADAL" clId="{AB3E41C2-6534-4F41-8566-7F04D61C8197}" dt="2026-03-31T08:51:06.624" v="6" actId="14100"/>
          <ac:spMkLst>
            <pc:docMk/>
            <pc:sldMk cId="0" sldId="256"/>
            <ac:spMk id="383" creationId="{00000000-0000-0000-0000-000000000000}"/>
          </ac:spMkLst>
        </pc:spChg>
        <pc:spChg chg="mod">
          <ac:chgData name="#NGUYEN DANG DUNG#" userId="4f417bd5-f6f0-4d2d-a47b-d865b6e44374" providerId="ADAL" clId="{AB3E41C2-6534-4F41-8566-7F04D61C8197}" dt="2026-03-31T09:09:14.248" v="309" actId="20577"/>
          <ac:spMkLst>
            <pc:docMk/>
            <pc:sldMk cId="0" sldId="256"/>
            <ac:spMk id="384" creationId="{00000000-0000-0000-0000-000000000000}"/>
          </ac:spMkLst>
        </pc:spChg>
        <pc:picChg chg="add mod">
          <ac:chgData name="#NGUYEN DANG DUNG#" userId="4f417bd5-f6f0-4d2d-a47b-d865b6e44374" providerId="ADAL" clId="{AB3E41C2-6534-4F41-8566-7F04D61C8197}" dt="2026-03-31T09:08:30.085" v="297" actId="1076"/>
          <ac:picMkLst>
            <pc:docMk/>
            <pc:sldMk cId="0" sldId="256"/>
            <ac:picMk id="3" creationId="{0585EDBF-347E-2AB0-3D0C-D6E304D2255C}"/>
          </ac:picMkLst>
        </pc:picChg>
        <pc:picChg chg="mod">
          <ac:chgData name="#NGUYEN DANG DUNG#" userId="4f417bd5-f6f0-4d2d-a47b-d865b6e44374" providerId="ADAL" clId="{AB3E41C2-6534-4F41-8566-7F04D61C8197}" dt="2026-03-31T08:55:32.482" v="58" actId="1076"/>
          <ac:picMkLst>
            <pc:docMk/>
            <pc:sldMk cId="0" sldId="256"/>
            <ac:picMk id="378" creationId="{00000000-0000-0000-0000-000000000000}"/>
          </ac:picMkLst>
        </pc:picChg>
        <pc:picChg chg="mod">
          <ac:chgData name="#NGUYEN DANG DUNG#" userId="4f417bd5-f6f0-4d2d-a47b-d865b6e44374" providerId="ADAL" clId="{AB3E41C2-6534-4F41-8566-7F04D61C8197}" dt="2026-03-31T09:02:12.440" v="199" actId="1076"/>
          <ac:picMkLst>
            <pc:docMk/>
            <pc:sldMk cId="0" sldId="256"/>
            <ac:picMk id="379" creationId="{00000000-0000-0000-0000-000000000000}"/>
          </ac:picMkLst>
        </pc:picChg>
        <pc:picChg chg="mod">
          <ac:chgData name="#NGUYEN DANG DUNG#" userId="4f417bd5-f6f0-4d2d-a47b-d865b6e44374" providerId="ADAL" clId="{AB3E41C2-6534-4F41-8566-7F04D61C8197}" dt="2026-03-31T08:55:26.341" v="57" actId="1076"/>
          <ac:picMkLst>
            <pc:docMk/>
            <pc:sldMk cId="0" sldId="256"/>
            <ac:picMk id="381" creationId="{00000000-0000-0000-0000-000000000000}"/>
          </ac:picMkLst>
        </pc:picChg>
      </pc:sldChg>
      <pc:sldMasterChg chg="modSldLayout">
        <pc:chgData name="#NGUYEN DANG DUNG#" userId="4f417bd5-f6f0-4d2d-a47b-d865b6e44374" providerId="ADAL" clId="{AB3E41C2-6534-4F41-8566-7F04D61C8197}" dt="2026-03-31T09:10:13.557" v="384" actId="27636"/>
        <pc:sldMasterMkLst>
          <pc:docMk/>
          <pc:sldMasterMk cId="0" sldId="2147483660"/>
        </pc:sldMasterMkLst>
        <pc:sldLayoutChg chg="modSp mod">
          <pc:chgData name="#NGUYEN DANG DUNG#" userId="4f417bd5-f6f0-4d2d-a47b-d865b6e44374" providerId="ADAL" clId="{AB3E41C2-6534-4F41-8566-7F04D61C8197}" dt="2026-03-31T09:10:13.517" v="379" actId="27636"/>
          <pc:sldLayoutMkLst>
            <pc:docMk/>
            <pc:sldMasterMk cId="0" sldId="2147483660"/>
            <pc:sldLayoutMk cId="0" sldId="2147483648"/>
          </pc:sldLayoutMkLst>
          <pc:spChg chg="mod">
            <ac:chgData name="#NGUYEN DANG DUNG#" userId="4f417bd5-f6f0-4d2d-a47b-d865b6e44374" providerId="ADAL" clId="{AB3E41C2-6534-4F41-8566-7F04D61C8197}" dt="2026-03-31T09:10:13.517" v="379" actId="27636"/>
            <ac:spMkLst>
              <pc:docMk/>
              <pc:sldMasterMk cId="0" sldId="2147483660"/>
              <pc:sldLayoutMk cId="0" sldId="2147483648"/>
              <ac:spMk id="64" creationId="{00000000-0000-0000-0000-000000000000}"/>
            </ac:spMkLst>
          </pc:spChg>
        </pc:sldLayoutChg>
        <pc:sldLayoutChg chg="modSp mod">
          <pc:chgData name="#NGUYEN DANG DUNG#" userId="4f417bd5-f6f0-4d2d-a47b-d865b6e44374" providerId="ADAL" clId="{AB3E41C2-6534-4F41-8566-7F04D61C8197}" dt="2026-03-31T09:10:13.531" v="381" actId="27636"/>
          <pc:sldLayoutMkLst>
            <pc:docMk/>
            <pc:sldMasterMk cId="0" sldId="2147483660"/>
            <pc:sldLayoutMk cId="0" sldId="2147483649"/>
          </pc:sldLayoutMkLst>
          <pc:spChg chg="mod">
            <ac:chgData name="#NGUYEN DANG DUNG#" userId="4f417bd5-f6f0-4d2d-a47b-d865b6e44374" providerId="ADAL" clId="{AB3E41C2-6534-4F41-8566-7F04D61C8197}" dt="2026-03-31T09:10:13.531" v="381" actId="27636"/>
            <ac:spMkLst>
              <pc:docMk/>
              <pc:sldMasterMk cId="0" sldId="2147483660"/>
              <pc:sldLayoutMk cId="0" sldId="2147483649"/>
              <ac:spMk id="80" creationId="{00000000-0000-0000-0000-000000000000}"/>
            </ac:spMkLst>
          </pc:spChg>
          <pc:spChg chg="mod">
            <ac:chgData name="#NGUYEN DANG DUNG#" userId="4f417bd5-f6f0-4d2d-a47b-d865b6e44374" providerId="ADAL" clId="{AB3E41C2-6534-4F41-8566-7F04D61C8197}" dt="2026-03-31T09:10:13.531" v="380" actId="27636"/>
            <ac:spMkLst>
              <pc:docMk/>
              <pc:sldMasterMk cId="0" sldId="2147483660"/>
              <pc:sldLayoutMk cId="0" sldId="2147483649"/>
              <ac:spMk id="104" creationId="{00000000-0000-0000-0000-000000000000}"/>
            </ac:spMkLst>
          </pc:spChg>
        </pc:sldLayoutChg>
        <pc:sldLayoutChg chg="modSp mod">
          <pc:chgData name="#NGUYEN DANG DUNG#" userId="4f417bd5-f6f0-4d2d-a47b-d865b6e44374" providerId="ADAL" clId="{AB3E41C2-6534-4F41-8566-7F04D61C8197}" dt="2026-03-31T09:10:13.547" v="383" actId="27636"/>
          <pc:sldLayoutMkLst>
            <pc:docMk/>
            <pc:sldMasterMk cId="0" sldId="2147483660"/>
            <pc:sldLayoutMk cId="0" sldId="2147483650"/>
          </pc:sldLayoutMkLst>
          <pc:spChg chg="mod">
            <ac:chgData name="#NGUYEN DANG DUNG#" userId="4f417bd5-f6f0-4d2d-a47b-d865b6e44374" providerId="ADAL" clId="{AB3E41C2-6534-4F41-8566-7F04D61C8197}" dt="2026-03-31T09:10:13.547" v="383" actId="27636"/>
            <ac:spMkLst>
              <pc:docMk/>
              <pc:sldMasterMk cId="0" sldId="2147483660"/>
              <pc:sldLayoutMk cId="0" sldId="2147483650"/>
              <ac:spMk id="148" creationId="{00000000-0000-0000-0000-000000000000}"/>
            </ac:spMkLst>
          </pc:spChg>
          <pc:spChg chg="mod">
            <ac:chgData name="#NGUYEN DANG DUNG#" userId="4f417bd5-f6f0-4d2d-a47b-d865b6e44374" providerId="ADAL" clId="{AB3E41C2-6534-4F41-8566-7F04D61C8197}" dt="2026-03-31T09:10:13.547" v="382" actId="27636"/>
            <ac:spMkLst>
              <pc:docMk/>
              <pc:sldMasterMk cId="0" sldId="2147483660"/>
              <pc:sldLayoutMk cId="0" sldId="2147483650"/>
              <ac:spMk id="152" creationId="{00000000-0000-0000-0000-000000000000}"/>
            </ac:spMkLst>
          </pc:spChg>
        </pc:sldLayoutChg>
        <pc:sldLayoutChg chg="modSp mod">
          <pc:chgData name="#NGUYEN DANG DUNG#" userId="4f417bd5-f6f0-4d2d-a47b-d865b6e44374" providerId="ADAL" clId="{AB3E41C2-6534-4F41-8566-7F04D61C8197}" dt="2026-03-31T09:10:13.557" v="384" actId="27636"/>
          <pc:sldLayoutMkLst>
            <pc:docMk/>
            <pc:sldMasterMk cId="0" sldId="2147483660"/>
            <pc:sldLayoutMk cId="0" sldId="2147483651"/>
          </pc:sldLayoutMkLst>
          <pc:spChg chg="mod">
            <ac:chgData name="#NGUYEN DANG DUNG#" userId="4f417bd5-f6f0-4d2d-a47b-d865b6e44374" providerId="ADAL" clId="{AB3E41C2-6534-4F41-8566-7F04D61C8197}" dt="2026-03-31T09:10:13.557" v="384" actId="27636"/>
            <ac:spMkLst>
              <pc:docMk/>
              <pc:sldMasterMk cId="0" sldId="2147483660"/>
              <pc:sldLayoutMk cId="0" sldId="2147483651"/>
              <ac:spMk id="179" creationId="{00000000-0000-0000-0000-000000000000}"/>
            </ac:spMkLst>
          </pc:spChg>
        </pc:sldLayoutChg>
      </pc:sldMasterChg>
      <pc:sldMasterChg chg="modSldLayout">
        <pc:chgData name="#NGUYEN DANG DUNG#" userId="4f417bd5-f6f0-4d2d-a47b-d865b6e44374" providerId="ADAL" clId="{AB3E41C2-6534-4F41-8566-7F04D61C8197}" dt="2026-03-31T09:10:13.968" v="390" actId="27636"/>
        <pc:sldMasterMkLst>
          <pc:docMk/>
          <pc:sldMasterMk cId="0" sldId="2147483661"/>
        </pc:sldMasterMkLst>
        <pc:sldLayoutChg chg="modSp mod">
          <pc:chgData name="#NGUYEN DANG DUNG#" userId="4f417bd5-f6f0-4d2d-a47b-d865b6e44374" providerId="ADAL" clId="{AB3E41C2-6534-4F41-8566-7F04D61C8197}" dt="2026-03-31T09:10:13.573" v="385" actId="27636"/>
          <pc:sldLayoutMkLst>
            <pc:docMk/>
            <pc:sldMasterMk cId="0" sldId="2147483661"/>
            <pc:sldLayoutMk cId="0" sldId="2147483654"/>
          </pc:sldLayoutMkLst>
          <pc:spChg chg="mod">
            <ac:chgData name="#NGUYEN DANG DUNG#" userId="4f417bd5-f6f0-4d2d-a47b-d865b6e44374" providerId="ADAL" clId="{AB3E41C2-6534-4F41-8566-7F04D61C8197}" dt="2026-03-31T09:10:13.573" v="385" actId="27636"/>
            <ac:spMkLst>
              <pc:docMk/>
              <pc:sldMasterMk cId="0" sldId="2147483661"/>
              <pc:sldLayoutMk cId="0" sldId="2147483654"/>
              <ac:spMk id="245" creationId="{00000000-0000-0000-0000-000000000000}"/>
            </ac:spMkLst>
          </pc:spChg>
        </pc:sldLayoutChg>
        <pc:sldLayoutChg chg="modSp mod">
          <pc:chgData name="#NGUYEN DANG DUNG#" userId="4f417bd5-f6f0-4d2d-a47b-d865b6e44374" providerId="ADAL" clId="{AB3E41C2-6534-4F41-8566-7F04D61C8197}" dt="2026-03-31T09:10:13.588" v="387" actId="27636"/>
          <pc:sldLayoutMkLst>
            <pc:docMk/>
            <pc:sldMasterMk cId="0" sldId="2147483661"/>
            <pc:sldLayoutMk cId="0" sldId="2147483655"/>
          </pc:sldLayoutMkLst>
          <pc:spChg chg="mod">
            <ac:chgData name="#NGUYEN DANG DUNG#" userId="4f417bd5-f6f0-4d2d-a47b-d865b6e44374" providerId="ADAL" clId="{AB3E41C2-6534-4F41-8566-7F04D61C8197}" dt="2026-03-31T09:10:13.588" v="387" actId="27636"/>
            <ac:spMkLst>
              <pc:docMk/>
              <pc:sldMasterMk cId="0" sldId="2147483661"/>
              <pc:sldLayoutMk cId="0" sldId="2147483655"/>
              <ac:spMk id="261" creationId="{00000000-0000-0000-0000-000000000000}"/>
            </ac:spMkLst>
          </pc:spChg>
          <pc:spChg chg="mod">
            <ac:chgData name="#NGUYEN DANG DUNG#" userId="4f417bd5-f6f0-4d2d-a47b-d865b6e44374" providerId="ADAL" clId="{AB3E41C2-6534-4F41-8566-7F04D61C8197}" dt="2026-03-31T09:10:13.588" v="386" actId="27636"/>
            <ac:spMkLst>
              <pc:docMk/>
              <pc:sldMasterMk cId="0" sldId="2147483661"/>
              <pc:sldLayoutMk cId="0" sldId="2147483655"/>
              <ac:spMk id="285" creationId="{00000000-0000-0000-0000-000000000000}"/>
            </ac:spMkLst>
          </pc:spChg>
        </pc:sldLayoutChg>
        <pc:sldLayoutChg chg="modSp mod">
          <pc:chgData name="#NGUYEN DANG DUNG#" userId="4f417bd5-f6f0-4d2d-a47b-d865b6e44374" providerId="ADAL" clId="{AB3E41C2-6534-4F41-8566-7F04D61C8197}" dt="2026-03-31T09:10:13.952" v="389" actId="27636"/>
          <pc:sldLayoutMkLst>
            <pc:docMk/>
            <pc:sldMasterMk cId="0" sldId="2147483661"/>
            <pc:sldLayoutMk cId="0" sldId="2147483656"/>
          </pc:sldLayoutMkLst>
          <pc:spChg chg="mod">
            <ac:chgData name="#NGUYEN DANG DUNG#" userId="4f417bd5-f6f0-4d2d-a47b-d865b6e44374" providerId="ADAL" clId="{AB3E41C2-6534-4F41-8566-7F04D61C8197}" dt="2026-03-31T09:10:13.952" v="389" actId="27636"/>
            <ac:spMkLst>
              <pc:docMk/>
              <pc:sldMasterMk cId="0" sldId="2147483661"/>
              <pc:sldLayoutMk cId="0" sldId="2147483656"/>
              <ac:spMk id="327" creationId="{00000000-0000-0000-0000-000000000000}"/>
            </ac:spMkLst>
          </pc:spChg>
          <pc:spChg chg="mod">
            <ac:chgData name="#NGUYEN DANG DUNG#" userId="4f417bd5-f6f0-4d2d-a47b-d865b6e44374" providerId="ADAL" clId="{AB3E41C2-6534-4F41-8566-7F04D61C8197}" dt="2026-03-31T09:10:13.938" v="388" actId="27636"/>
            <ac:spMkLst>
              <pc:docMk/>
              <pc:sldMasterMk cId="0" sldId="2147483661"/>
              <pc:sldLayoutMk cId="0" sldId="2147483656"/>
              <ac:spMk id="331" creationId="{00000000-0000-0000-0000-000000000000}"/>
            </ac:spMkLst>
          </pc:spChg>
        </pc:sldLayoutChg>
        <pc:sldLayoutChg chg="modSp mod">
          <pc:chgData name="#NGUYEN DANG DUNG#" userId="4f417bd5-f6f0-4d2d-a47b-d865b6e44374" providerId="ADAL" clId="{AB3E41C2-6534-4F41-8566-7F04D61C8197}" dt="2026-03-31T09:10:13.968" v="390" actId="27636"/>
          <pc:sldLayoutMkLst>
            <pc:docMk/>
            <pc:sldMasterMk cId="0" sldId="2147483661"/>
            <pc:sldLayoutMk cId="0" sldId="2147483657"/>
          </pc:sldLayoutMkLst>
          <pc:spChg chg="mod">
            <ac:chgData name="#NGUYEN DANG DUNG#" userId="4f417bd5-f6f0-4d2d-a47b-d865b6e44374" providerId="ADAL" clId="{AB3E41C2-6534-4F41-8566-7F04D61C8197}" dt="2026-03-31T09:10:13.968" v="390" actId="27636"/>
            <ac:spMkLst>
              <pc:docMk/>
              <pc:sldMasterMk cId="0" sldId="2147483661"/>
              <pc:sldLayoutMk cId="0" sldId="2147483657"/>
              <ac:spMk id="35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bf252cab88_2_19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1bf252cab88_2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a:stCxn id="67"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68" name="Google Shape;68;p3"/>
          <p:cNvGrpSpPr/>
          <p:nvPr/>
        </p:nvGrpSpPr>
        <p:grpSpPr>
          <a:xfrm>
            <a:off x="190345" y="900758"/>
            <a:ext cx="7581747" cy="5906"/>
            <a:chOff x="1890075" y="5241175"/>
            <a:chExt cx="4240556" cy="257700"/>
          </a:xfrm>
        </p:grpSpPr>
        <p:sp>
          <p:nvSpPr>
            <p:cNvPr id="69" name="Google Shape;69;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3"/>
          <p:cNvGrpSpPr/>
          <p:nvPr/>
        </p:nvGrpSpPr>
        <p:grpSpPr>
          <a:xfrm>
            <a:off x="190320" y="900657"/>
            <a:ext cx="7581691" cy="5901"/>
            <a:chOff x="1890075" y="5241175"/>
            <a:chExt cx="4240556" cy="257700"/>
          </a:xfrm>
        </p:grpSpPr>
        <p:sp>
          <p:nvSpPr>
            <p:cNvPr id="83" name="Google Shape;83;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4" name="Google Shape;84;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5" name="Google Shape;85;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7" name="Google Shape;87;p3"/>
          <p:cNvGrpSpPr/>
          <p:nvPr/>
        </p:nvGrpSpPr>
        <p:grpSpPr>
          <a:xfrm>
            <a:off x="190320" y="931759"/>
            <a:ext cx="7581691" cy="5901"/>
            <a:chOff x="1890075" y="5241175"/>
            <a:chExt cx="4240556" cy="257700"/>
          </a:xfrm>
        </p:grpSpPr>
        <p:sp>
          <p:nvSpPr>
            <p:cNvPr id="88" name="Google Shape;8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7" name="Google Shape;67;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9" name="Google Shape;89;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0" name="Google Shape;90;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1" name="Google Shape;91;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2" name="Google Shape;92;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3" name="Google Shape;93;p3"/>
          <p:cNvGrpSpPr/>
          <p:nvPr/>
        </p:nvGrpSpPr>
        <p:grpSpPr>
          <a:xfrm>
            <a:off x="172024" y="1040825"/>
            <a:ext cx="137818" cy="187200"/>
            <a:chOff x="507100" y="1997600"/>
            <a:chExt cx="158375" cy="187200"/>
          </a:xfrm>
        </p:grpSpPr>
        <p:sp>
          <p:nvSpPr>
            <p:cNvPr id="94" name="Google Shape;94;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97" name="Google Shape;97;p3"/>
          <p:cNvGrpSpPr/>
          <p:nvPr/>
        </p:nvGrpSpPr>
        <p:grpSpPr>
          <a:xfrm>
            <a:off x="190349" y="2907725"/>
            <a:ext cx="137818" cy="187200"/>
            <a:chOff x="507100" y="1540400"/>
            <a:chExt cx="158375" cy="187200"/>
          </a:xfrm>
        </p:grpSpPr>
        <p:sp>
          <p:nvSpPr>
            <p:cNvPr id="98" name="Google Shape;98;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1" name="Google Shape;101;p3"/>
          <p:cNvGrpSpPr/>
          <p:nvPr/>
        </p:nvGrpSpPr>
        <p:grpSpPr>
          <a:xfrm>
            <a:off x="172024" y="5506200"/>
            <a:ext cx="137818" cy="187200"/>
            <a:chOff x="507100" y="1997600"/>
            <a:chExt cx="158375" cy="187200"/>
          </a:xfrm>
        </p:grpSpPr>
        <p:sp>
          <p:nvSpPr>
            <p:cNvPr id="102" name="Google Shape;102;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5" name="Google Shape;105;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6" name="Google Shape;106;p3"/>
          <p:cNvGrpSpPr/>
          <p:nvPr/>
        </p:nvGrpSpPr>
        <p:grpSpPr>
          <a:xfrm>
            <a:off x="172024" y="7607808"/>
            <a:ext cx="137818" cy="187200"/>
            <a:chOff x="507100" y="1997600"/>
            <a:chExt cx="158375" cy="187200"/>
          </a:xfrm>
        </p:grpSpPr>
        <p:sp>
          <p:nvSpPr>
            <p:cNvPr id="107" name="Google Shape;107;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0" name="Google Shape;110;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1" name="Google Shape;111;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2"/>
        <p:cNvGrpSpPr/>
        <p:nvPr/>
      </p:nvGrpSpPr>
      <p:grpSpPr>
        <a:xfrm>
          <a:off x="0" y="0"/>
          <a:ext cx="0" cy="0"/>
          <a:chOff x="0" y="0"/>
          <a:chExt cx="0" cy="0"/>
        </a:xfrm>
      </p:grpSpPr>
      <p:cxnSp>
        <p:nvCxnSpPr>
          <p:cNvPr id="113" name="Google Shape;113;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4" name="Google Shape;114;p4"/>
          <p:cNvGrpSpPr/>
          <p:nvPr/>
        </p:nvGrpSpPr>
        <p:grpSpPr>
          <a:xfrm>
            <a:off x="404725" y="1300475"/>
            <a:ext cx="6908400" cy="72025"/>
            <a:chOff x="404725" y="1681475"/>
            <a:chExt cx="6908400" cy="72025"/>
          </a:xfrm>
        </p:grpSpPr>
        <p:cxnSp>
          <p:nvCxnSpPr>
            <p:cNvPr id="115" name="Google Shape;115;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16" name="Google Shape;116;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17" name="Google Shape;117;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18" name="Google Shape;118;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19" name="Google Shape;119;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0" name="Google Shape;120;p4"/>
          <p:cNvGrpSpPr/>
          <p:nvPr/>
        </p:nvGrpSpPr>
        <p:grpSpPr>
          <a:xfrm>
            <a:off x="417975" y="1504250"/>
            <a:ext cx="2357775" cy="410125"/>
            <a:chOff x="417975" y="1885250"/>
            <a:chExt cx="2357775" cy="410125"/>
          </a:xfrm>
        </p:grpSpPr>
        <p:sp>
          <p:nvSpPr>
            <p:cNvPr id="121" name="Google Shape;121;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417975" y="3276600"/>
            <a:ext cx="2357775" cy="410125"/>
            <a:chOff x="265575" y="3352800"/>
            <a:chExt cx="2357775" cy="410125"/>
          </a:xfrm>
        </p:grpSpPr>
        <p:sp>
          <p:nvSpPr>
            <p:cNvPr id="126" name="Google Shape;126;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3872044" y="3276600"/>
            <a:ext cx="2747987" cy="410125"/>
            <a:chOff x="3567313" y="3200400"/>
            <a:chExt cx="2357775" cy="410125"/>
          </a:xfrm>
        </p:grpSpPr>
        <p:sp>
          <p:nvSpPr>
            <p:cNvPr id="131" name="Google Shape;131;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417963" y="6597750"/>
            <a:ext cx="2357775" cy="410125"/>
            <a:chOff x="-39237" y="6140550"/>
            <a:chExt cx="2357775" cy="410125"/>
          </a:xfrm>
        </p:grpSpPr>
        <p:sp>
          <p:nvSpPr>
            <p:cNvPr id="136" name="Google Shape;136;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1" name="Google Shape;141;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2" name="Google Shape;142;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3" name="Google Shape;143;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4" name="Google Shape;144;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5" name="Google Shape;145;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6" name="Google Shape;146;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7" name="Google Shape;147;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8" name="Google Shape;148;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49" name="Google Shape;149;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0" name="Google Shape;150;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1" name="Google Shape;151;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2" name="Google Shape;152;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3"/>
        <p:cNvGrpSpPr/>
        <p:nvPr/>
      </p:nvGrpSpPr>
      <p:grpSpPr>
        <a:xfrm>
          <a:off x="0" y="0"/>
          <a:ext cx="0" cy="0"/>
          <a:chOff x="0" y="0"/>
          <a:chExt cx="0" cy="0"/>
        </a:xfrm>
      </p:grpSpPr>
      <p:sp>
        <p:nvSpPr>
          <p:cNvPr id="154" name="Google Shape;154;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55" name="Google Shape;155;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56" name="Google Shape;156;p5"/>
          <p:cNvGrpSpPr/>
          <p:nvPr/>
        </p:nvGrpSpPr>
        <p:grpSpPr>
          <a:xfrm>
            <a:off x="95351" y="1392509"/>
            <a:ext cx="7581691" cy="5901"/>
            <a:chOff x="1890075" y="5241175"/>
            <a:chExt cx="4240556" cy="257700"/>
          </a:xfrm>
        </p:grpSpPr>
        <p:sp>
          <p:nvSpPr>
            <p:cNvPr id="157" name="Google Shape;15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8" name="Google Shape;15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9" name="Google Shape;15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0" name="Google Shape;16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1" name="Google Shape;161;p5"/>
          <p:cNvGrpSpPr/>
          <p:nvPr/>
        </p:nvGrpSpPr>
        <p:grpSpPr>
          <a:xfrm>
            <a:off x="95351" y="4542984"/>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66" name="Google Shape;166;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67" name="Google Shape;167;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68" name="Google Shape;168;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69" name="Google Shape;169;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0" name="Google Shape;170;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1" name="Google Shape;171;p5"/>
          <p:cNvGrpSpPr/>
          <p:nvPr/>
        </p:nvGrpSpPr>
        <p:grpSpPr>
          <a:xfrm>
            <a:off x="95351" y="8200359"/>
            <a:ext cx="7581691" cy="5901"/>
            <a:chOff x="1890075" y="5241175"/>
            <a:chExt cx="4240556" cy="257700"/>
          </a:xfrm>
        </p:grpSpPr>
        <p:sp>
          <p:nvSpPr>
            <p:cNvPr id="172" name="Google Shape;17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3" name="Google Shape;17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4" name="Google Shape;17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5" name="Google Shape;17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6" name="Google Shape;176;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77" name="Google Shape;177;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78" name="Google Shape;178;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79" name="Google Shape;179;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0"/>
        <p:cNvGrpSpPr/>
        <p:nvPr/>
      </p:nvGrpSpPr>
      <p:grpSpPr>
        <a:xfrm>
          <a:off x="0" y="0"/>
          <a:ext cx="0" cy="0"/>
          <a:chOff x="0" y="0"/>
          <a:chExt cx="0" cy="0"/>
        </a:xfrm>
      </p:grpSpPr>
      <p:sp>
        <p:nvSpPr>
          <p:cNvPr id="181" name="Google Shape;181;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2" name="Google Shape;182;p6"/>
          <p:cNvGrpSpPr/>
          <p:nvPr/>
        </p:nvGrpSpPr>
        <p:grpSpPr>
          <a:xfrm>
            <a:off x="-16250" y="9048087"/>
            <a:ext cx="7804900" cy="1072407"/>
            <a:chOff x="-19118" y="4617750"/>
            <a:chExt cx="9182236" cy="548378"/>
          </a:xfrm>
        </p:grpSpPr>
        <p:sp>
          <p:nvSpPr>
            <p:cNvPr id="183" name="Google Shape;183;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4" name="Google Shape;184;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8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91"/>
        <p:cNvGrpSpPr/>
        <p:nvPr/>
      </p:nvGrpSpPr>
      <p:grpSpPr>
        <a:xfrm>
          <a:off x="0" y="0"/>
          <a:ext cx="0" cy="0"/>
          <a:chOff x="0" y="0"/>
          <a:chExt cx="0" cy="0"/>
        </a:xfrm>
      </p:grpSpPr>
      <p:grpSp>
        <p:nvGrpSpPr>
          <p:cNvPr id="192" name="Google Shape;192;p9"/>
          <p:cNvGrpSpPr/>
          <p:nvPr/>
        </p:nvGrpSpPr>
        <p:grpSpPr>
          <a:xfrm>
            <a:off x="172055" y="1468890"/>
            <a:ext cx="7434543" cy="62982"/>
            <a:chOff x="1890075" y="5241175"/>
            <a:chExt cx="4240556" cy="257700"/>
          </a:xfrm>
        </p:grpSpPr>
        <p:sp>
          <p:nvSpPr>
            <p:cNvPr id="193" name="Google Shape;193;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4" name="Google Shape;194;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5" name="Google Shape;195;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6" name="Google Shape;196;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97" name="Google Shape;197;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98" name="Google Shape;198;p9"/>
          <p:cNvGrpSpPr/>
          <p:nvPr/>
        </p:nvGrpSpPr>
        <p:grpSpPr>
          <a:xfrm>
            <a:off x="168930" y="2702615"/>
            <a:ext cx="7434543" cy="62982"/>
            <a:chOff x="1890075" y="5241175"/>
            <a:chExt cx="4240556" cy="257700"/>
          </a:xfrm>
        </p:grpSpPr>
        <p:sp>
          <p:nvSpPr>
            <p:cNvPr id="199" name="Google Shape;199;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0" name="Google Shape;200;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1" name="Google Shape;201;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2" name="Google Shape;202;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03" name="Google Shape;203;p9"/>
          <p:cNvCxnSpPr>
            <a:stCxn id="193"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04" name="Google Shape;204;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05" name="Google Shape;205;p9"/>
          <p:cNvGrpSpPr/>
          <p:nvPr/>
        </p:nvGrpSpPr>
        <p:grpSpPr>
          <a:xfrm>
            <a:off x="0" y="3413775"/>
            <a:ext cx="3530025" cy="746350"/>
            <a:chOff x="0" y="3156075"/>
            <a:chExt cx="3530025" cy="746350"/>
          </a:xfrm>
        </p:grpSpPr>
        <p:sp>
          <p:nvSpPr>
            <p:cNvPr id="206" name="Google Shape;206;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7" name="Google Shape;207;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08" name="Google Shape;208;p9"/>
          <p:cNvGrpSpPr/>
          <p:nvPr/>
        </p:nvGrpSpPr>
        <p:grpSpPr>
          <a:xfrm>
            <a:off x="3248850" y="2867100"/>
            <a:ext cx="4936034" cy="746350"/>
            <a:chOff x="0" y="3156075"/>
            <a:chExt cx="3530025" cy="746350"/>
          </a:xfrm>
        </p:grpSpPr>
        <p:sp>
          <p:nvSpPr>
            <p:cNvPr id="209" name="Google Shape;209;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0" name="Google Shape;210;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11" name="Google Shape;211;p9"/>
          <p:cNvGrpSpPr/>
          <p:nvPr/>
        </p:nvGrpSpPr>
        <p:grpSpPr>
          <a:xfrm>
            <a:off x="3248850" y="7166275"/>
            <a:ext cx="4936034" cy="746350"/>
            <a:chOff x="0" y="3156075"/>
            <a:chExt cx="3530025" cy="746350"/>
          </a:xfrm>
        </p:grpSpPr>
        <p:sp>
          <p:nvSpPr>
            <p:cNvPr id="212" name="Google Shape;212;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3" name="Google Shape;213;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14" name="Google Shape;214;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215" name="Google Shape;215;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216" name="Google Shape;216;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217" name="Google Shape;217;p9"/>
          <p:cNvGrpSpPr/>
          <p:nvPr/>
        </p:nvGrpSpPr>
        <p:grpSpPr>
          <a:xfrm>
            <a:off x="172055" y="1468890"/>
            <a:ext cx="7434543" cy="62982"/>
            <a:chOff x="1890075" y="5241175"/>
            <a:chExt cx="4240556" cy="257700"/>
          </a:xfrm>
        </p:grpSpPr>
        <p:sp>
          <p:nvSpPr>
            <p:cNvPr id="218" name="Google Shape;218;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 name="Google Shape;219;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0" name="Google Shape;220;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1" name="Google Shape;221;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22" name="Google Shape;222;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223" name="Google Shape;223;p9"/>
          <p:cNvGrpSpPr/>
          <p:nvPr/>
        </p:nvGrpSpPr>
        <p:grpSpPr>
          <a:xfrm>
            <a:off x="168930" y="2702615"/>
            <a:ext cx="7434543" cy="62982"/>
            <a:chOff x="1890075" y="5241175"/>
            <a:chExt cx="4240556" cy="257700"/>
          </a:xfrm>
        </p:grpSpPr>
        <p:sp>
          <p:nvSpPr>
            <p:cNvPr id="224" name="Google Shape;224;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5" name="Google Shape;225;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6" name="Google Shape;226;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7" name="Google Shape;227;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228" name="Google Shape;228;p9"/>
          <p:cNvCxnSpPr>
            <a:stCxn id="218"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29" name="Google Shape;229;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30" name="Google Shape;230;p9"/>
          <p:cNvGrpSpPr/>
          <p:nvPr/>
        </p:nvGrpSpPr>
        <p:grpSpPr>
          <a:xfrm>
            <a:off x="0" y="3413775"/>
            <a:ext cx="3530025" cy="746350"/>
            <a:chOff x="0" y="3156075"/>
            <a:chExt cx="3530025" cy="746350"/>
          </a:xfrm>
        </p:grpSpPr>
        <p:sp>
          <p:nvSpPr>
            <p:cNvPr id="231" name="Google Shape;231;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2" name="Google Shape;232;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33" name="Google Shape;233;p9"/>
          <p:cNvGrpSpPr/>
          <p:nvPr/>
        </p:nvGrpSpPr>
        <p:grpSpPr>
          <a:xfrm>
            <a:off x="3248850" y="2867100"/>
            <a:ext cx="4936034" cy="746350"/>
            <a:chOff x="0" y="3156075"/>
            <a:chExt cx="3530025" cy="746350"/>
          </a:xfrm>
        </p:grpSpPr>
        <p:sp>
          <p:nvSpPr>
            <p:cNvPr id="234" name="Google Shape;234;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5" name="Google Shape;235;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36" name="Google Shape;236;p9"/>
          <p:cNvGrpSpPr/>
          <p:nvPr/>
        </p:nvGrpSpPr>
        <p:grpSpPr>
          <a:xfrm>
            <a:off x="3248850" y="7166275"/>
            <a:ext cx="4936034" cy="746350"/>
            <a:chOff x="0" y="3156075"/>
            <a:chExt cx="3530025" cy="746350"/>
          </a:xfrm>
        </p:grpSpPr>
        <p:sp>
          <p:nvSpPr>
            <p:cNvPr id="237" name="Google Shape;237;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8" name="Google Shape;238;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39" name="Google Shape;239;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240" name="Google Shape;240;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241" name="Google Shape;241;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242" name="Google Shape;242;p9"/>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243" name="Google Shape;243;p9"/>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244" name="Google Shape;244;p9"/>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245" name="Google Shape;245;p9"/>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246"/>
        <p:cNvGrpSpPr/>
        <p:nvPr/>
      </p:nvGrpSpPr>
      <p:grpSpPr>
        <a:xfrm>
          <a:off x="0" y="0"/>
          <a:ext cx="0" cy="0"/>
          <a:chOff x="0" y="0"/>
          <a:chExt cx="0" cy="0"/>
        </a:xfrm>
      </p:grpSpPr>
      <p:cxnSp>
        <p:nvCxnSpPr>
          <p:cNvPr id="247" name="Google Shape;247;p10"/>
          <p:cNvCxnSpPr>
            <a:stCxn id="248"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249" name="Google Shape;249;p10"/>
          <p:cNvGrpSpPr/>
          <p:nvPr/>
        </p:nvGrpSpPr>
        <p:grpSpPr>
          <a:xfrm>
            <a:off x="190320" y="900657"/>
            <a:ext cx="7581691" cy="5901"/>
            <a:chOff x="1890075" y="5241175"/>
            <a:chExt cx="4240556" cy="257700"/>
          </a:xfrm>
        </p:grpSpPr>
        <p:sp>
          <p:nvSpPr>
            <p:cNvPr id="250" name="Google Shape;250;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1" name="Google Shape;251;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2" name="Google Shape;252;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3" name="Google Shape;253;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54" name="Google Shape;254;p10"/>
          <p:cNvGrpSpPr/>
          <p:nvPr/>
        </p:nvGrpSpPr>
        <p:grpSpPr>
          <a:xfrm>
            <a:off x="190320" y="931759"/>
            <a:ext cx="7581691" cy="5901"/>
            <a:chOff x="1890075" y="5241175"/>
            <a:chExt cx="4240556" cy="257700"/>
          </a:xfrm>
        </p:grpSpPr>
        <p:sp>
          <p:nvSpPr>
            <p:cNvPr id="255" name="Google Shape;255;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6" name="Google Shape;256;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7" name="Google Shape;257;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8" name="Google Shape;258;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59" name="Google Shape;259;p10"/>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260" name="Google Shape;260;p10"/>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US"/>
          </a:p>
        </p:txBody>
      </p:sp>
      <p:sp>
        <p:nvSpPr>
          <p:cNvPr id="261" name="Google Shape;261;p10"/>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262" name="Google Shape;262;p10"/>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 name="Google Shape;263;p10"/>
          <p:cNvGrpSpPr/>
          <p:nvPr/>
        </p:nvGrpSpPr>
        <p:grpSpPr>
          <a:xfrm>
            <a:off x="190320" y="900657"/>
            <a:ext cx="7581691" cy="5901"/>
            <a:chOff x="1890075" y="5241175"/>
            <a:chExt cx="4240556" cy="257700"/>
          </a:xfrm>
        </p:grpSpPr>
        <p:sp>
          <p:nvSpPr>
            <p:cNvPr id="264" name="Google Shape;264;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5" name="Google Shape;265;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6" name="Google Shape;266;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7" name="Google Shape;267;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68" name="Google Shape;268;p10"/>
          <p:cNvGrpSpPr/>
          <p:nvPr/>
        </p:nvGrpSpPr>
        <p:grpSpPr>
          <a:xfrm>
            <a:off x="190320" y="931759"/>
            <a:ext cx="7581691" cy="5901"/>
            <a:chOff x="1890075" y="5241175"/>
            <a:chExt cx="4240556" cy="257700"/>
          </a:xfrm>
        </p:grpSpPr>
        <p:sp>
          <p:nvSpPr>
            <p:cNvPr id="269" name="Google Shape;269;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8" name="Google Shape;248;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70" name="Google Shape;270;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71" name="Google Shape;271;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72" name="Google Shape;272;p10"/>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273" name="Google Shape;273;p10"/>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274" name="Google Shape;274;p10"/>
          <p:cNvGrpSpPr/>
          <p:nvPr/>
        </p:nvGrpSpPr>
        <p:grpSpPr>
          <a:xfrm>
            <a:off x="172024" y="1040825"/>
            <a:ext cx="137818" cy="187200"/>
            <a:chOff x="507100" y="1997600"/>
            <a:chExt cx="158375" cy="187200"/>
          </a:xfrm>
        </p:grpSpPr>
        <p:sp>
          <p:nvSpPr>
            <p:cNvPr id="275" name="Google Shape;275;p10"/>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0"/>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 name="Google Shape;277;p10"/>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278" name="Google Shape;278;p10"/>
          <p:cNvGrpSpPr/>
          <p:nvPr/>
        </p:nvGrpSpPr>
        <p:grpSpPr>
          <a:xfrm>
            <a:off x="190349" y="2907725"/>
            <a:ext cx="137818" cy="187200"/>
            <a:chOff x="507100" y="1540400"/>
            <a:chExt cx="158375" cy="187200"/>
          </a:xfrm>
        </p:grpSpPr>
        <p:sp>
          <p:nvSpPr>
            <p:cNvPr id="279" name="Google Shape;279;p10"/>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0"/>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1" name="Google Shape;281;p10"/>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282" name="Google Shape;282;p10"/>
          <p:cNvGrpSpPr/>
          <p:nvPr/>
        </p:nvGrpSpPr>
        <p:grpSpPr>
          <a:xfrm>
            <a:off x="172024" y="5506200"/>
            <a:ext cx="137818" cy="187200"/>
            <a:chOff x="507100" y="1997600"/>
            <a:chExt cx="158375" cy="187200"/>
          </a:xfrm>
        </p:grpSpPr>
        <p:sp>
          <p:nvSpPr>
            <p:cNvPr id="283" name="Google Shape;283;p10"/>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0"/>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5" name="Google Shape;285;p10"/>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286" name="Google Shape;286;p10"/>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287" name="Google Shape;287;p10"/>
          <p:cNvGrpSpPr/>
          <p:nvPr/>
        </p:nvGrpSpPr>
        <p:grpSpPr>
          <a:xfrm>
            <a:off x="172024" y="7607808"/>
            <a:ext cx="137818" cy="187200"/>
            <a:chOff x="507100" y="1997600"/>
            <a:chExt cx="158375" cy="187200"/>
          </a:xfrm>
        </p:grpSpPr>
        <p:sp>
          <p:nvSpPr>
            <p:cNvPr id="288" name="Google Shape;288;p10"/>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0"/>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0" name="Google Shape;290;p10"/>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291"/>
        <p:cNvGrpSpPr/>
        <p:nvPr/>
      </p:nvGrpSpPr>
      <p:grpSpPr>
        <a:xfrm>
          <a:off x="0" y="0"/>
          <a:ext cx="0" cy="0"/>
          <a:chOff x="0" y="0"/>
          <a:chExt cx="0" cy="0"/>
        </a:xfrm>
      </p:grpSpPr>
      <p:cxnSp>
        <p:nvCxnSpPr>
          <p:cNvPr id="292" name="Google Shape;292;p11"/>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293" name="Google Shape;293;p11"/>
          <p:cNvGrpSpPr/>
          <p:nvPr/>
        </p:nvGrpSpPr>
        <p:grpSpPr>
          <a:xfrm>
            <a:off x="404725" y="1300475"/>
            <a:ext cx="6908400" cy="72025"/>
            <a:chOff x="404725" y="1681475"/>
            <a:chExt cx="6908400" cy="72025"/>
          </a:xfrm>
        </p:grpSpPr>
        <p:cxnSp>
          <p:nvCxnSpPr>
            <p:cNvPr id="294" name="Google Shape;294;p11"/>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295" name="Google Shape;295;p11"/>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296" name="Google Shape;296;p11"/>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297" name="Google Shape;297;p11"/>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298" name="Google Shape;298;p11"/>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299" name="Google Shape;299;p11"/>
          <p:cNvGrpSpPr/>
          <p:nvPr/>
        </p:nvGrpSpPr>
        <p:grpSpPr>
          <a:xfrm>
            <a:off x="417975" y="1504250"/>
            <a:ext cx="2357775" cy="410125"/>
            <a:chOff x="417975" y="1885250"/>
            <a:chExt cx="2357775" cy="410125"/>
          </a:xfrm>
        </p:grpSpPr>
        <p:sp>
          <p:nvSpPr>
            <p:cNvPr id="300" name="Google Shape;300;p11"/>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1"/>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1"/>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1"/>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11"/>
          <p:cNvGrpSpPr/>
          <p:nvPr/>
        </p:nvGrpSpPr>
        <p:grpSpPr>
          <a:xfrm>
            <a:off x="417975" y="3276600"/>
            <a:ext cx="2357775" cy="410125"/>
            <a:chOff x="265575" y="3352800"/>
            <a:chExt cx="2357775" cy="410125"/>
          </a:xfrm>
        </p:grpSpPr>
        <p:sp>
          <p:nvSpPr>
            <p:cNvPr id="305" name="Google Shape;305;p11"/>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11"/>
          <p:cNvGrpSpPr/>
          <p:nvPr/>
        </p:nvGrpSpPr>
        <p:grpSpPr>
          <a:xfrm>
            <a:off x="3872044" y="3276600"/>
            <a:ext cx="2747987" cy="410125"/>
            <a:chOff x="3567313" y="3200400"/>
            <a:chExt cx="2357775" cy="410125"/>
          </a:xfrm>
        </p:grpSpPr>
        <p:sp>
          <p:nvSpPr>
            <p:cNvPr id="310" name="Google Shape;310;p11"/>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1"/>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1"/>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11"/>
          <p:cNvGrpSpPr/>
          <p:nvPr/>
        </p:nvGrpSpPr>
        <p:grpSpPr>
          <a:xfrm>
            <a:off x="417963" y="6597750"/>
            <a:ext cx="2357775" cy="410125"/>
            <a:chOff x="-39237" y="6140550"/>
            <a:chExt cx="2357775" cy="410125"/>
          </a:xfrm>
        </p:grpSpPr>
        <p:sp>
          <p:nvSpPr>
            <p:cNvPr id="315" name="Google Shape;315;p11"/>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1"/>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1"/>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9" name="Google Shape;319;p11"/>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320" name="Google Shape;320;p11"/>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321" name="Google Shape;321;p11"/>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322" name="Google Shape;322;p11"/>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323" name="Google Shape;323;p11"/>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4" name="Google Shape;324;p11"/>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5" name="Google Shape;325;p11"/>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6" name="Google Shape;326;p11"/>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7" name="Google Shape;327;p11"/>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328" name="Google Shape;328;p11"/>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329" name="Google Shape;329;p11"/>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330" name="Google Shape;330;p11"/>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331" name="Google Shape;331;p11"/>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332"/>
        <p:cNvGrpSpPr/>
        <p:nvPr/>
      </p:nvGrpSpPr>
      <p:grpSpPr>
        <a:xfrm>
          <a:off x="0" y="0"/>
          <a:ext cx="0" cy="0"/>
          <a:chOff x="0" y="0"/>
          <a:chExt cx="0" cy="0"/>
        </a:xfrm>
      </p:grpSpPr>
      <p:sp>
        <p:nvSpPr>
          <p:cNvPr id="333" name="Google Shape;333;p12"/>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334" name="Google Shape;334;p12"/>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335" name="Google Shape;335;p12"/>
          <p:cNvGrpSpPr/>
          <p:nvPr/>
        </p:nvGrpSpPr>
        <p:grpSpPr>
          <a:xfrm>
            <a:off x="95351" y="1392509"/>
            <a:ext cx="7581691" cy="5901"/>
            <a:chOff x="1890075" y="5241175"/>
            <a:chExt cx="4240556" cy="257700"/>
          </a:xfrm>
        </p:grpSpPr>
        <p:sp>
          <p:nvSpPr>
            <p:cNvPr id="336" name="Google Shape;336;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7" name="Google Shape;337;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8" name="Google Shape;338;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9" name="Google Shape;339;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340" name="Google Shape;340;p12"/>
          <p:cNvGrpSpPr/>
          <p:nvPr/>
        </p:nvGrpSpPr>
        <p:grpSpPr>
          <a:xfrm>
            <a:off x="95351" y="4542984"/>
            <a:ext cx="7581691" cy="5901"/>
            <a:chOff x="1890075" y="5241175"/>
            <a:chExt cx="4240556" cy="257700"/>
          </a:xfrm>
        </p:grpSpPr>
        <p:sp>
          <p:nvSpPr>
            <p:cNvPr id="341" name="Google Shape;341;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2" name="Google Shape;342;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3" name="Google Shape;343;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4" name="Google Shape;344;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345" name="Google Shape;345;p12"/>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346" name="Google Shape;346;p12"/>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347" name="Google Shape;347;p12"/>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348" name="Google Shape;348;p12"/>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349" name="Google Shape;349;p12"/>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350" name="Google Shape;350;p12"/>
          <p:cNvGrpSpPr/>
          <p:nvPr/>
        </p:nvGrpSpPr>
        <p:grpSpPr>
          <a:xfrm>
            <a:off x="95351" y="8200359"/>
            <a:ext cx="7581691" cy="5901"/>
            <a:chOff x="1890075" y="5241175"/>
            <a:chExt cx="4240556" cy="257700"/>
          </a:xfrm>
        </p:grpSpPr>
        <p:sp>
          <p:nvSpPr>
            <p:cNvPr id="351" name="Google Shape;351;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52" name="Google Shape;352;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53" name="Google Shape;353;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54" name="Google Shape;354;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355" name="Google Shape;355;p1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356" name="Google Shape;356;p1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357" name="Google Shape;357;p12"/>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358" name="Google Shape;358;p12"/>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359"/>
        <p:cNvGrpSpPr/>
        <p:nvPr/>
      </p:nvGrpSpPr>
      <p:grpSpPr>
        <a:xfrm>
          <a:off x="0" y="0"/>
          <a:ext cx="0" cy="0"/>
          <a:chOff x="0" y="0"/>
          <a:chExt cx="0" cy="0"/>
        </a:xfrm>
      </p:grpSpPr>
      <p:sp>
        <p:nvSpPr>
          <p:cNvPr id="360" name="Google Shape;360;p13"/>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361" name="Google Shape;361;p13"/>
          <p:cNvGrpSpPr/>
          <p:nvPr/>
        </p:nvGrpSpPr>
        <p:grpSpPr>
          <a:xfrm>
            <a:off x="-16250" y="9048087"/>
            <a:ext cx="7804900" cy="1072407"/>
            <a:chOff x="-19118" y="4617750"/>
            <a:chExt cx="9182236" cy="548378"/>
          </a:xfrm>
        </p:grpSpPr>
        <p:sp>
          <p:nvSpPr>
            <p:cNvPr id="362" name="Google Shape;362;p13"/>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363" name="Google Shape;363;p13"/>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36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86"/>
        <p:cNvGrpSpPr/>
        <p:nvPr/>
      </p:nvGrpSpPr>
      <p:grpSpPr>
        <a:xfrm>
          <a:off x="0" y="0"/>
          <a:ext cx="0" cy="0"/>
          <a:chOff x="0" y="0"/>
          <a:chExt cx="0" cy="0"/>
        </a:xfrm>
      </p:grpSpPr>
      <p:sp>
        <p:nvSpPr>
          <p:cNvPr id="187" name="Google Shape;187;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88" name="Google Shape;188;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89" name="Google Shape;189;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0" name="Google Shape;190;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15"/>
          <p:cNvSpPr txBox="1"/>
          <p:nvPr/>
        </p:nvSpPr>
        <p:spPr>
          <a:xfrm>
            <a:off x="475950" y="7964225"/>
            <a:ext cx="550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372" name="Google Shape;372;p15"/>
          <p:cNvSpPr txBox="1"/>
          <p:nvPr/>
        </p:nvSpPr>
        <p:spPr>
          <a:xfrm>
            <a:off x="159875" y="1268325"/>
            <a:ext cx="2851425" cy="147729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dk1"/>
                </a:solidFill>
                <a:latin typeface="Google Sans"/>
                <a:ea typeface="Google Sans"/>
                <a:cs typeface="Google Sans"/>
                <a:sym typeface="Google Sans"/>
              </a:rPr>
              <a:t>The TikTok data team seeks to develop a machine learning model to assist in the classification of claims for user submissions. In this part of the project, the data needs to be explored, cleaned, and structured prior to any model building.</a:t>
            </a:r>
            <a:endParaRPr sz="1200" dirty="0">
              <a:solidFill>
                <a:schemeClr val="dk1"/>
              </a:solidFill>
              <a:latin typeface="Google Sans"/>
              <a:ea typeface="Google Sans"/>
              <a:cs typeface="Google Sans"/>
              <a:sym typeface="Google Sans"/>
            </a:endParaRPr>
          </a:p>
        </p:txBody>
      </p:sp>
      <p:sp>
        <p:nvSpPr>
          <p:cNvPr id="373" name="Google Shape;373;p15"/>
          <p:cNvSpPr txBox="1"/>
          <p:nvPr/>
        </p:nvSpPr>
        <p:spPr>
          <a:xfrm>
            <a:off x="159875" y="3160125"/>
            <a:ext cx="2851500" cy="184662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rgbClr val="000000"/>
              </a:buClr>
              <a:buSzPts val="1100"/>
              <a:buFont typeface="Arial"/>
              <a:buNone/>
            </a:pPr>
            <a:r>
              <a:rPr lang="en" sz="1200" dirty="0">
                <a:solidFill>
                  <a:schemeClr val="dk1"/>
                </a:solidFill>
                <a:latin typeface="Google Sans"/>
                <a:ea typeface="Google Sans"/>
                <a:cs typeface="Google Sans"/>
                <a:sym typeface="Google Sans"/>
              </a:rPr>
              <a:t>The TikTok data team conducted exploratory data analysis at this stage. The purpose of the exploratory data analysis was to understand the impact that videos have on TikTok users. To do so, the TikTok data team analyzed variables that would showcase user engagement: view, like, and comment count. </a:t>
            </a:r>
            <a:endParaRPr sz="1200" dirty="0">
              <a:solidFill>
                <a:schemeClr val="dk1"/>
              </a:solidFill>
              <a:latin typeface="Google Sans"/>
              <a:ea typeface="Google Sans"/>
              <a:cs typeface="Google Sans"/>
              <a:sym typeface="Google Sans"/>
            </a:endParaRPr>
          </a:p>
        </p:txBody>
      </p:sp>
      <p:sp>
        <p:nvSpPr>
          <p:cNvPr id="374" name="Google Shape;374;p15"/>
          <p:cNvSpPr txBox="1"/>
          <p:nvPr/>
        </p:nvSpPr>
        <p:spPr>
          <a:xfrm>
            <a:off x="159875" y="5764000"/>
            <a:ext cx="2851500" cy="147729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dk1"/>
                </a:solidFill>
                <a:latin typeface="Google Sans"/>
                <a:ea typeface="Google Sans"/>
                <a:cs typeface="Google Sans"/>
                <a:sym typeface="Google Sans"/>
              </a:rPr>
              <a:t>According to the findings from the exploratory data analysis, the future claim classification model will need to account for null values and imbalance in opinion video counts and video engagement metrics in the model parameters. </a:t>
            </a:r>
            <a:endParaRPr sz="1200" dirty="0">
              <a:solidFill>
                <a:schemeClr val="dk1"/>
              </a:solidFill>
              <a:latin typeface="Google Sans"/>
              <a:ea typeface="Google Sans"/>
              <a:cs typeface="Google Sans"/>
              <a:sym typeface="Google Sans"/>
            </a:endParaRPr>
          </a:p>
        </p:txBody>
      </p:sp>
      <p:sp>
        <p:nvSpPr>
          <p:cNvPr id="375" name="Google Shape;375;p15"/>
          <p:cNvSpPr txBox="1"/>
          <p:nvPr/>
        </p:nvSpPr>
        <p:spPr>
          <a:xfrm>
            <a:off x="159875" y="7795000"/>
            <a:ext cx="6930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dk1"/>
                </a:solidFill>
                <a:latin typeface="Google Sans"/>
                <a:ea typeface="Google Sans"/>
                <a:cs typeface="Google Sans"/>
                <a:sym typeface="Google Sans"/>
              </a:rPr>
              <a:t>The exploratory data analysis conducted from TikTok’s data team revealed many considerations for the classification model, including missing values, “claims” to “opinions” balance, and overall distribution of data variables. The two key insights from this analysis were:</a:t>
            </a:r>
            <a:endParaRPr sz="1200" dirty="0">
              <a:solidFill>
                <a:schemeClr val="dk1"/>
              </a:solidFill>
              <a:latin typeface="Google Sans"/>
              <a:ea typeface="Google Sans"/>
              <a:cs typeface="Google Sans"/>
              <a:sym typeface="Google Sans"/>
            </a:endParaRPr>
          </a:p>
        </p:txBody>
      </p:sp>
      <p:sp>
        <p:nvSpPr>
          <p:cNvPr id="376" name="Google Shape;376;p15"/>
          <p:cNvSpPr txBox="1"/>
          <p:nvPr/>
        </p:nvSpPr>
        <p:spPr>
          <a:xfrm>
            <a:off x="2985850" y="972250"/>
            <a:ext cx="4804800" cy="2850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None/>
            </a:pPr>
            <a:r>
              <a:rPr lang="en" sz="1200" dirty="0">
                <a:solidFill>
                  <a:schemeClr val="dk1"/>
                </a:solidFill>
                <a:latin typeface="Google Sans"/>
                <a:ea typeface="Google Sans"/>
                <a:cs typeface="Google Sans"/>
                <a:sym typeface="Google Sans"/>
              </a:rPr>
              <a:t>A key component of this project’s exploratory data analysis involves visualizing the data. As illustrated in the following histograms, it is clear that the vast majority of videos are grouped at the bottom of the range of values for three variables that showcase TikTok viewers’ engagement with the videos included in this dataset.</a:t>
            </a:r>
            <a:endParaRPr sz="1200" dirty="0">
              <a:solidFill>
                <a:schemeClr val="dk1"/>
              </a:solidFill>
              <a:latin typeface="Google Sans"/>
              <a:ea typeface="Google Sans"/>
              <a:cs typeface="Google Sans"/>
              <a:sym typeface="Google Sans"/>
            </a:endParaRPr>
          </a:p>
        </p:txBody>
      </p:sp>
      <p:sp>
        <p:nvSpPr>
          <p:cNvPr id="377" name="Google Shape;377;p15"/>
          <p:cNvSpPr txBox="1"/>
          <p:nvPr/>
        </p:nvSpPr>
        <p:spPr>
          <a:xfrm>
            <a:off x="5583227" y="4563702"/>
            <a:ext cx="1686538" cy="120029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chemeClr val="dk1"/>
                </a:solidFill>
                <a:latin typeface="Google Sans"/>
                <a:ea typeface="Google Sans"/>
                <a:cs typeface="Google Sans"/>
                <a:sym typeface="Google Sans"/>
              </a:rPr>
              <a:t>Similar to like count, the vast majority of videos have fewer than 100 comments. The distribution is also very right-skewed.</a:t>
            </a:r>
            <a:endParaRPr sz="1100" dirty="0">
              <a:solidFill>
                <a:schemeClr val="dk1"/>
              </a:solidFill>
              <a:latin typeface="Google Sans"/>
              <a:ea typeface="Google Sans"/>
              <a:cs typeface="Google Sans"/>
              <a:sym typeface="Google Sans"/>
            </a:endParaRPr>
          </a:p>
        </p:txBody>
      </p:sp>
      <p:pic>
        <p:nvPicPr>
          <p:cNvPr id="378" name="Google Shape;378;p15"/>
          <p:cNvPicPr preferRelativeResize="0"/>
          <p:nvPr/>
        </p:nvPicPr>
        <p:blipFill>
          <a:blip r:embed="rId3">
            <a:alphaModFix/>
          </a:blip>
          <a:stretch>
            <a:fillRect/>
          </a:stretch>
        </p:blipFill>
        <p:spPr>
          <a:xfrm>
            <a:off x="5388250" y="2050537"/>
            <a:ext cx="2076492" cy="1541475"/>
          </a:xfrm>
          <a:prstGeom prst="rect">
            <a:avLst/>
          </a:prstGeom>
          <a:noFill/>
          <a:ln>
            <a:noFill/>
          </a:ln>
        </p:spPr>
      </p:pic>
      <p:pic>
        <p:nvPicPr>
          <p:cNvPr id="379" name="Google Shape;379;p15"/>
          <p:cNvPicPr preferRelativeResize="0"/>
          <p:nvPr/>
        </p:nvPicPr>
        <p:blipFill>
          <a:blip r:embed="rId4">
            <a:alphaModFix/>
          </a:blip>
          <a:stretch>
            <a:fillRect/>
          </a:stretch>
        </p:blipFill>
        <p:spPr>
          <a:xfrm>
            <a:off x="3059206" y="4467106"/>
            <a:ext cx="2582530" cy="1541488"/>
          </a:xfrm>
          <a:prstGeom prst="rect">
            <a:avLst/>
          </a:prstGeom>
          <a:noFill/>
          <a:ln>
            <a:noFill/>
          </a:ln>
        </p:spPr>
      </p:pic>
      <p:sp>
        <p:nvSpPr>
          <p:cNvPr id="380" name="Google Shape;380;p15"/>
          <p:cNvSpPr txBox="1"/>
          <p:nvPr/>
        </p:nvSpPr>
        <p:spPr>
          <a:xfrm>
            <a:off x="5341189" y="3601419"/>
            <a:ext cx="2093582" cy="861744"/>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100" dirty="0">
                <a:solidFill>
                  <a:schemeClr val="dk1"/>
                </a:solidFill>
                <a:latin typeface="Google Sans"/>
                <a:ea typeface="Google Sans"/>
                <a:cs typeface="Google Sans"/>
                <a:sym typeface="Google Sans"/>
              </a:rPr>
              <a:t>A majority of videos have &lt; 100,000 likes, with the like count distribution being heavily right skewed. </a:t>
            </a:r>
            <a:endParaRPr sz="1100" dirty="0">
              <a:solidFill>
                <a:schemeClr val="dk1"/>
              </a:solidFill>
              <a:latin typeface="Google Sans"/>
              <a:ea typeface="Google Sans"/>
              <a:cs typeface="Google Sans"/>
              <a:sym typeface="Google Sans"/>
            </a:endParaRPr>
          </a:p>
        </p:txBody>
      </p:sp>
      <p:pic>
        <p:nvPicPr>
          <p:cNvPr id="381" name="Google Shape;381;p15"/>
          <p:cNvPicPr preferRelativeResize="0"/>
          <p:nvPr/>
        </p:nvPicPr>
        <p:blipFill>
          <a:blip r:embed="rId5">
            <a:alphaModFix/>
          </a:blip>
          <a:stretch>
            <a:fillRect/>
          </a:stretch>
        </p:blipFill>
        <p:spPr>
          <a:xfrm>
            <a:off x="3119912" y="2266133"/>
            <a:ext cx="2221276" cy="1325879"/>
          </a:xfrm>
          <a:prstGeom prst="rect">
            <a:avLst/>
          </a:prstGeom>
          <a:noFill/>
          <a:ln>
            <a:noFill/>
          </a:ln>
        </p:spPr>
      </p:pic>
      <p:sp>
        <p:nvSpPr>
          <p:cNvPr id="382" name="Google Shape;382;p15"/>
          <p:cNvSpPr txBox="1"/>
          <p:nvPr/>
        </p:nvSpPr>
        <p:spPr>
          <a:xfrm>
            <a:off x="3059206" y="3596427"/>
            <a:ext cx="2329044"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Google Sans" panose="020B0604020202020204" charset="0"/>
                <a:ea typeface="Google Sans" panose="020B0604020202020204" charset="0"/>
                <a:cs typeface="Google Sans" panose="020B0604020202020204" charset="0"/>
              </a:rPr>
              <a:t>More than half the videos received fewer than 100,000 views. Distribution of view counts &gt; 100,000 views is uniform.</a:t>
            </a:r>
            <a:endParaRPr sz="1100" dirty="0">
              <a:latin typeface="Google Sans" panose="020B0604020202020204" charset="0"/>
              <a:ea typeface="Google Sans" panose="020B0604020202020204" charset="0"/>
              <a:cs typeface="Google Sans" panose="020B0604020202020204" charset="0"/>
            </a:endParaRPr>
          </a:p>
        </p:txBody>
      </p:sp>
      <p:sp>
        <p:nvSpPr>
          <p:cNvPr id="383" name="Google Shape;383;p15"/>
          <p:cNvSpPr txBox="1"/>
          <p:nvPr/>
        </p:nvSpPr>
        <p:spPr>
          <a:xfrm>
            <a:off x="3917625" y="8431050"/>
            <a:ext cx="3130975"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dirty="0">
                <a:solidFill>
                  <a:schemeClr val="dk1"/>
                </a:solidFill>
                <a:latin typeface="Google Sans"/>
                <a:ea typeface="Google Sans"/>
                <a:cs typeface="Google Sans"/>
                <a:sym typeface="Google Sans"/>
              </a:rPr>
              <a:t>Skewed data distribution</a:t>
            </a:r>
            <a:endParaRPr sz="1100" b="1" dirty="0">
              <a:solidFill>
                <a:schemeClr val="dk1"/>
              </a:solidFill>
              <a:latin typeface="Google Sans"/>
              <a:ea typeface="Google Sans"/>
              <a:cs typeface="Google Sans"/>
              <a:sym typeface="Google Sans"/>
            </a:endParaRPr>
          </a:p>
          <a:p>
            <a:pPr marL="0" lvl="0" indent="0" algn="l" rtl="0">
              <a:spcBef>
                <a:spcPts val="0"/>
              </a:spcBef>
              <a:spcAft>
                <a:spcPts val="0"/>
              </a:spcAft>
              <a:buNone/>
            </a:pPr>
            <a:r>
              <a:rPr lang="en" sz="1100" dirty="0">
                <a:solidFill>
                  <a:schemeClr val="dk1"/>
                </a:solidFill>
                <a:latin typeface="Google Sans"/>
                <a:ea typeface="Google Sans"/>
                <a:cs typeface="Google Sans"/>
                <a:sym typeface="Google Sans"/>
              </a:rPr>
              <a:t>Video view and like counts are all concentrated on low end of 1,000 for opinions. Therefore, the data distribution is right-skewed, which will inform the models and model types that will be built.</a:t>
            </a:r>
            <a:endParaRPr sz="1100" dirty="0">
              <a:solidFill>
                <a:schemeClr val="dk1"/>
              </a:solidFill>
              <a:latin typeface="Google Sans"/>
              <a:ea typeface="Google Sans"/>
              <a:cs typeface="Google Sans"/>
              <a:sym typeface="Google Sans"/>
            </a:endParaRPr>
          </a:p>
        </p:txBody>
      </p:sp>
      <p:sp>
        <p:nvSpPr>
          <p:cNvPr id="384" name="Google Shape;384;p15"/>
          <p:cNvSpPr txBox="1"/>
          <p:nvPr/>
        </p:nvSpPr>
        <p:spPr>
          <a:xfrm>
            <a:off x="159875" y="8431050"/>
            <a:ext cx="3757750" cy="1369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dirty="0">
                <a:solidFill>
                  <a:schemeClr val="dk1"/>
                </a:solidFill>
                <a:latin typeface="Google Sans"/>
                <a:ea typeface="Google Sans"/>
                <a:cs typeface="Google Sans"/>
                <a:sym typeface="Google Sans"/>
              </a:rPr>
              <a:t>Null values</a:t>
            </a:r>
            <a:endParaRPr sz="1100" b="1" dirty="0">
              <a:solidFill>
                <a:schemeClr val="dk1"/>
              </a:solidFill>
              <a:latin typeface="Google Sans"/>
              <a:ea typeface="Google Sans"/>
              <a:cs typeface="Google Sans"/>
              <a:sym typeface="Google Sans"/>
            </a:endParaRPr>
          </a:p>
          <a:p>
            <a:pPr marL="0" lvl="0" indent="0" algn="l" rtl="0">
              <a:spcBef>
                <a:spcPts val="0"/>
              </a:spcBef>
              <a:spcAft>
                <a:spcPts val="0"/>
              </a:spcAft>
              <a:buNone/>
            </a:pPr>
            <a:r>
              <a:rPr lang="en" sz="1100" dirty="0">
                <a:solidFill>
                  <a:schemeClr val="dk1"/>
                </a:solidFill>
                <a:latin typeface="Google Sans"/>
                <a:ea typeface="Google Sans"/>
                <a:cs typeface="Google Sans"/>
                <a:sym typeface="Google Sans"/>
              </a:rPr>
              <a:t>Almost 300 null values were found in 7 different columns. As a result, future modeling should consider the null values to avoid making insights that would assume complete data. Further analysis is necessary to investigate the reason for these null values, and their impact on future statistical analysis or model building.</a:t>
            </a:r>
            <a:endParaRPr sz="1100" dirty="0"/>
          </a:p>
        </p:txBody>
      </p:sp>
      <p:pic>
        <p:nvPicPr>
          <p:cNvPr id="3" name="Picture 2">
            <a:extLst>
              <a:ext uri="{FF2B5EF4-FFF2-40B4-BE49-F238E27FC236}">
                <a16:creationId xmlns:a16="http://schemas.microsoft.com/office/drawing/2014/main" id="{0585EDBF-347E-2AB0-3D0C-D6E304D2255C}"/>
              </a:ext>
            </a:extLst>
          </p:cNvPr>
          <p:cNvPicPr>
            <a:picLocks noChangeAspect="1"/>
          </p:cNvPicPr>
          <p:nvPr/>
        </p:nvPicPr>
        <p:blipFill>
          <a:blip r:embed="rId6"/>
          <a:stretch>
            <a:fillRect/>
          </a:stretch>
        </p:blipFill>
        <p:spPr>
          <a:xfrm>
            <a:off x="5544710" y="6008594"/>
            <a:ext cx="1686539" cy="1466225"/>
          </a:xfrm>
          <a:prstGeom prst="rect">
            <a:avLst/>
          </a:prstGeom>
        </p:spPr>
      </p:pic>
      <p:sp>
        <p:nvSpPr>
          <p:cNvPr id="4" name="TextBox 3">
            <a:extLst>
              <a:ext uri="{FF2B5EF4-FFF2-40B4-BE49-F238E27FC236}">
                <a16:creationId xmlns:a16="http://schemas.microsoft.com/office/drawing/2014/main" id="{2E7A8736-18B6-90A0-B7C3-27D972C26B3B}"/>
              </a:ext>
            </a:extLst>
          </p:cNvPr>
          <p:cNvSpPr txBox="1"/>
          <p:nvPr/>
        </p:nvSpPr>
        <p:spPr>
          <a:xfrm>
            <a:off x="3119912" y="6106886"/>
            <a:ext cx="2376967" cy="1200329"/>
          </a:xfrm>
          <a:prstGeom prst="rect">
            <a:avLst/>
          </a:prstGeom>
          <a:noFill/>
        </p:spPr>
        <p:txBody>
          <a:bodyPr wrap="square" rtlCol="0">
            <a:spAutoFit/>
          </a:bodyPr>
          <a:lstStyle/>
          <a:p>
            <a:r>
              <a:rPr lang="en-US" sz="1200">
                <a:latin typeface="Google Sans" panose="020B0604020202020204" charset="0"/>
                <a:ea typeface="Google Sans" panose="020B0604020202020204" charset="0"/>
                <a:cs typeface="Google Sans" panose="020B0604020202020204" charset="0"/>
              </a:rPr>
              <a:t>The </a:t>
            </a:r>
            <a:r>
              <a:rPr lang="en-US" sz="1200" dirty="0">
                <a:latin typeface="Google Sans" panose="020B0604020202020204" charset="0"/>
                <a:ea typeface="Google Sans" panose="020B0604020202020204" charset="0"/>
                <a:cs typeface="Google Sans" panose="020B0604020202020204" charset="0"/>
              </a:rPr>
              <a:t>pie graph on the right demonstrates a major bias for view count in claim videos, accounting for over 99 percent of total views from videos in the dataset.</a:t>
            </a:r>
          </a:p>
        </p:txBody>
      </p:sp>
      <p:sp>
        <p:nvSpPr>
          <p:cNvPr id="2" name="TextBox 1">
            <a:extLst>
              <a:ext uri="{FF2B5EF4-FFF2-40B4-BE49-F238E27FC236}">
                <a16:creationId xmlns:a16="http://schemas.microsoft.com/office/drawing/2014/main" id="{DEAD5BE4-E666-C1A7-21F2-AC0E6CD8AC97}"/>
              </a:ext>
            </a:extLst>
          </p:cNvPr>
          <p:cNvSpPr txBox="1"/>
          <p:nvPr/>
        </p:nvSpPr>
        <p:spPr>
          <a:xfrm>
            <a:off x="0" y="-13050"/>
            <a:ext cx="7803825" cy="1077218"/>
          </a:xfrm>
          <a:prstGeom prst="rect">
            <a:avLst/>
          </a:prstGeom>
          <a:noFill/>
        </p:spPr>
        <p:txBody>
          <a:bodyPr wrap="square">
            <a:spAutoFit/>
          </a:bodyPr>
          <a:lstStyle/>
          <a:p>
            <a:pPr algn="ctr"/>
            <a:r>
              <a:rPr lang="en-US" sz="2400" b="1" dirty="0">
                <a:latin typeface="Google Sans" panose="020B0604020202020204" charset="0"/>
                <a:ea typeface="Google Sans" panose="020B0604020202020204" charset="0"/>
                <a:cs typeface="Google Sans" panose="020B0604020202020204" charset="0"/>
              </a:rPr>
              <a:t>Executive Summary: Exploratory Data Analysis </a:t>
            </a:r>
          </a:p>
          <a:p>
            <a:pPr>
              <a:buNone/>
            </a:pPr>
            <a:endParaRPr lang="en-US" sz="800" b="0" dirty="0">
              <a:effectLst/>
            </a:endParaRPr>
          </a:p>
          <a:p>
            <a:pPr algn="ctr">
              <a:buNone/>
            </a:pPr>
            <a:r>
              <a:rPr lang="en-US" sz="1800" dirty="0">
                <a:latin typeface="PT Sans Narrow" panose="020B0506020203020204" pitchFamily="34" charset="0"/>
              </a:rPr>
              <a:t>TikTok Claims Classification Project</a:t>
            </a:r>
            <a:br>
              <a:rPr lang="en-US" dirty="0"/>
            </a:br>
            <a:endParaRPr lang="en-US"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444</Words>
  <Application>Microsoft Office PowerPoint</Application>
  <PresentationFormat>Custom</PresentationFormat>
  <Paragraphs>16</Paragraphs>
  <Slides>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Google Sans</vt:lpstr>
      <vt:lpstr>Work Sans</vt:lpstr>
      <vt:lpstr>Lato</vt:lpstr>
      <vt:lpstr>PT Sans Narrow</vt:lpstr>
      <vt:lpstr>Arial</vt:lpstr>
      <vt:lpstr>Calibri</vt:lpstr>
      <vt:lpstr>Google Sans SemiBold</vt:lpstr>
      <vt:lpstr>Roboto</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DANG DUNG#</cp:lastModifiedBy>
  <cp:revision>1</cp:revision>
  <dcterms:modified xsi:type="dcterms:W3CDTF">2026-04-01T05:52:37Z</dcterms:modified>
</cp:coreProperties>
</file>