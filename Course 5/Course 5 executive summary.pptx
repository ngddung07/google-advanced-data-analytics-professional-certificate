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4" r:id="rId1"/>
  </p:sldMasterIdLst>
  <p:notesMasterIdLst>
    <p:notesMasterId r:id="rId3"/>
  </p:notesMasterIdLst>
  <p:sldIdLst>
    <p:sldId id="256" r:id="rId2"/>
  </p:sldIdLst>
  <p:sldSz cx="7772400" cy="10058400"/>
  <p:notesSz cx="6858000" cy="9144000"/>
  <p:embeddedFontLst>
    <p:embeddedFont>
      <p:font typeface="Google Sans" panose="020B0604020202020204" charset="0"/>
      <p:regular r:id="rId4"/>
      <p:bold r:id="rId5"/>
      <p:italic r:id="rId6"/>
      <p:boldItalic r:id="rId7"/>
    </p:embeddedFont>
    <p:embeddedFont>
      <p:font typeface="Google Sans SemiBold" panose="020B0604020202020204" charset="0"/>
      <p:regular r:id="rId8"/>
      <p:bold r:id="rId9"/>
      <p:italic r:id="rId10"/>
      <p:boldItalic r:id="rId11"/>
    </p:embeddedFont>
    <p:embeddedFont>
      <p:font typeface="Lato" panose="020F0502020204030203" pitchFamily="34" charset="0"/>
      <p:regular r:id="rId12"/>
      <p:bold r:id="rId13"/>
      <p:italic r:id="rId14"/>
      <p:boldItalic r:id="rId15"/>
    </p:embeddedFont>
    <p:embeddedFont>
      <p:font typeface="PT Sans Narrow" panose="020B0506020203020204" pitchFamily="34" charset="0"/>
      <p:regular r:id="rId16"/>
      <p:bold r:id="rId17"/>
    </p:embeddedFont>
    <p:embeddedFont>
      <p:font typeface="Roboto" panose="02000000000000000000" pitchFamily="2" charset="0"/>
      <p:regular r:id="rId18"/>
      <p:bold r:id="rId19"/>
      <p:italic r:id="rId20"/>
      <p:boldItalic r:id="rId21"/>
    </p:embeddedFont>
    <p:embeddedFont>
      <p:font typeface="Work Sans" pitchFamily="2" charset="0"/>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3168">
          <p15:clr>
            <a:srgbClr val="A4A3A4"/>
          </p15:clr>
        </p15:guide>
        <p15:guide id="2" pos="2448">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E10E5B1-DA62-4401-8EC4-EADBEFEA6DF4}" v="1" dt="2026-04-01T13:22:35.97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88" d="100"/>
          <a:sy n="88" d="100"/>
        </p:scale>
        <p:origin x="1685" y="-1387"/>
      </p:cViewPr>
      <p:guideLst>
        <p:guide orient="horz" pos="3168"/>
        <p:guide pos="2448"/>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font" Target="fonts/font5.fntdata"/><Relationship Id="rId13" Type="http://schemas.openxmlformats.org/officeDocument/2006/relationships/font" Target="fonts/font10.fntdata"/><Relationship Id="rId18" Type="http://schemas.openxmlformats.org/officeDocument/2006/relationships/font" Target="fonts/font15.fntdata"/><Relationship Id="rId26" Type="http://schemas.openxmlformats.org/officeDocument/2006/relationships/presProps" Target="presProps.xml"/><Relationship Id="rId3" Type="http://schemas.openxmlformats.org/officeDocument/2006/relationships/notesMaster" Target="notesMasters/notesMaster1.xml"/><Relationship Id="rId21" Type="http://schemas.openxmlformats.org/officeDocument/2006/relationships/font" Target="fonts/font18.fntdata"/><Relationship Id="rId7" Type="http://schemas.openxmlformats.org/officeDocument/2006/relationships/font" Target="fonts/font4.fntdata"/><Relationship Id="rId12" Type="http://schemas.openxmlformats.org/officeDocument/2006/relationships/font" Target="fonts/font9.fntdata"/><Relationship Id="rId17" Type="http://schemas.openxmlformats.org/officeDocument/2006/relationships/font" Target="fonts/font14.fntdata"/><Relationship Id="rId25" Type="http://schemas.openxmlformats.org/officeDocument/2006/relationships/font" Target="fonts/font22.fntdata"/><Relationship Id="rId2" Type="http://schemas.openxmlformats.org/officeDocument/2006/relationships/slide" Target="slides/slide1.xml"/><Relationship Id="rId16" Type="http://schemas.openxmlformats.org/officeDocument/2006/relationships/font" Target="fonts/font13.fntdata"/><Relationship Id="rId20" Type="http://schemas.openxmlformats.org/officeDocument/2006/relationships/font" Target="fonts/font17.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font" Target="fonts/font3.fntdata"/><Relationship Id="rId11" Type="http://schemas.openxmlformats.org/officeDocument/2006/relationships/font" Target="fonts/font8.fntdata"/><Relationship Id="rId24" Type="http://schemas.openxmlformats.org/officeDocument/2006/relationships/font" Target="fonts/font21.fntdata"/><Relationship Id="rId5" Type="http://schemas.openxmlformats.org/officeDocument/2006/relationships/font" Target="fonts/font2.fntdata"/><Relationship Id="rId15" Type="http://schemas.openxmlformats.org/officeDocument/2006/relationships/font" Target="fonts/font12.fntdata"/><Relationship Id="rId23" Type="http://schemas.openxmlformats.org/officeDocument/2006/relationships/font" Target="fonts/font20.fntdata"/><Relationship Id="rId28" Type="http://schemas.openxmlformats.org/officeDocument/2006/relationships/theme" Target="theme/theme1.xml"/><Relationship Id="rId10" Type="http://schemas.openxmlformats.org/officeDocument/2006/relationships/font" Target="fonts/font7.fntdata"/><Relationship Id="rId19" Type="http://schemas.openxmlformats.org/officeDocument/2006/relationships/font" Target="fonts/font16.fntdata"/><Relationship Id="rId31" Type="http://schemas.microsoft.com/office/2015/10/relationships/revisionInfo" Target="revisionInfo.xml"/><Relationship Id="rId4" Type="http://schemas.openxmlformats.org/officeDocument/2006/relationships/font" Target="fonts/font1.fntdata"/><Relationship Id="rId9" Type="http://schemas.openxmlformats.org/officeDocument/2006/relationships/font" Target="fonts/font6.fntdata"/><Relationship Id="rId14" Type="http://schemas.openxmlformats.org/officeDocument/2006/relationships/font" Target="fonts/font11.fntdata"/><Relationship Id="rId22" Type="http://schemas.openxmlformats.org/officeDocument/2006/relationships/font" Target="fonts/font19.fntdata"/><Relationship Id="rId27" Type="http://schemas.openxmlformats.org/officeDocument/2006/relationships/viewProps" Target="viewProps.xml"/><Relationship Id="rId30"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NGUYEN DANG DUNG#" userId="4f417bd5-f6f0-4d2d-a47b-d865b6e44374" providerId="ADAL" clId="{AB3E41C2-6534-4F41-8566-7F04D61C8197}"/>
    <pc:docChg chg="custSel modSld modMainMaster">
      <pc:chgData name="#NGUYEN DANG DUNG#" userId="4f417bd5-f6f0-4d2d-a47b-d865b6e44374" providerId="ADAL" clId="{AB3E41C2-6534-4F41-8566-7F04D61C8197}" dt="2026-04-01T13:27:43.123" v="247" actId="20577"/>
      <pc:docMkLst>
        <pc:docMk/>
      </pc:docMkLst>
      <pc:sldChg chg="addSp delSp modSp mod">
        <pc:chgData name="#NGUYEN DANG DUNG#" userId="4f417bd5-f6f0-4d2d-a47b-d865b6e44374" providerId="ADAL" clId="{AB3E41C2-6534-4F41-8566-7F04D61C8197}" dt="2026-04-01T13:27:43.123" v="247" actId="20577"/>
        <pc:sldMkLst>
          <pc:docMk/>
          <pc:sldMk cId="0" sldId="256"/>
        </pc:sldMkLst>
        <pc:spChg chg="add mod">
          <ac:chgData name="#NGUYEN DANG DUNG#" userId="4f417bd5-f6f0-4d2d-a47b-d865b6e44374" providerId="ADAL" clId="{AB3E41C2-6534-4F41-8566-7F04D61C8197}" dt="2026-04-01T13:22:47.083" v="42" actId="20577"/>
          <ac:spMkLst>
            <pc:docMk/>
            <pc:sldMk cId="0" sldId="256"/>
            <ac:spMk id="6" creationId="{E3CA3B5D-1B4C-0C2D-E2B6-ECBB4D78A26C}"/>
          </ac:spMkLst>
        </pc:spChg>
        <pc:spChg chg="del mod">
          <ac:chgData name="#NGUYEN DANG DUNG#" userId="4f417bd5-f6f0-4d2d-a47b-d865b6e44374" providerId="ADAL" clId="{AB3E41C2-6534-4F41-8566-7F04D61C8197}" dt="2026-04-01T13:22:13.731" v="7" actId="478"/>
          <ac:spMkLst>
            <pc:docMk/>
            <pc:sldMk cId="0" sldId="256"/>
            <ac:spMk id="187" creationId="{00000000-0000-0000-0000-000000000000}"/>
          </ac:spMkLst>
        </pc:spChg>
        <pc:spChg chg="del">
          <ac:chgData name="#NGUYEN DANG DUNG#" userId="4f417bd5-f6f0-4d2d-a47b-d865b6e44374" providerId="ADAL" clId="{AB3E41C2-6534-4F41-8566-7F04D61C8197}" dt="2026-04-01T13:22:13.731" v="7" actId="478"/>
          <ac:spMkLst>
            <pc:docMk/>
            <pc:sldMk cId="0" sldId="256"/>
            <ac:spMk id="188" creationId="{00000000-0000-0000-0000-000000000000}"/>
          </ac:spMkLst>
        </pc:spChg>
        <pc:spChg chg="mod">
          <ac:chgData name="#NGUYEN DANG DUNG#" userId="4f417bd5-f6f0-4d2d-a47b-d865b6e44374" providerId="ADAL" clId="{AB3E41C2-6534-4F41-8566-7F04D61C8197}" dt="2026-04-01T13:23:22.348" v="55" actId="20577"/>
          <ac:spMkLst>
            <pc:docMk/>
            <pc:sldMk cId="0" sldId="256"/>
            <ac:spMk id="189" creationId="{00000000-0000-0000-0000-000000000000}"/>
          </ac:spMkLst>
        </pc:spChg>
        <pc:spChg chg="mod">
          <ac:chgData name="#NGUYEN DANG DUNG#" userId="4f417bd5-f6f0-4d2d-a47b-d865b6e44374" providerId="ADAL" clId="{AB3E41C2-6534-4F41-8566-7F04D61C8197}" dt="2026-04-01T13:26:38.576" v="148" actId="20577"/>
          <ac:spMkLst>
            <pc:docMk/>
            <pc:sldMk cId="0" sldId="256"/>
            <ac:spMk id="190" creationId="{00000000-0000-0000-0000-000000000000}"/>
          </ac:spMkLst>
        </pc:spChg>
        <pc:spChg chg="mod">
          <ac:chgData name="#NGUYEN DANG DUNG#" userId="4f417bd5-f6f0-4d2d-a47b-d865b6e44374" providerId="ADAL" clId="{AB3E41C2-6534-4F41-8566-7F04D61C8197}" dt="2026-04-01T13:24:31.674" v="88" actId="20577"/>
          <ac:spMkLst>
            <pc:docMk/>
            <pc:sldMk cId="0" sldId="256"/>
            <ac:spMk id="191" creationId="{00000000-0000-0000-0000-000000000000}"/>
          </ac:spMkLst>
        </pc:spChg>
        <pc:spChg chg="mod">
          <ac:chgData name="#NGUYEN DANG DUNG#" userId="4f417bd5-f6f0-4d2d-a47b-d865b6e44374" providerId="ADAL" clId="{AB3E41C2-6534-4F41-8566-7F04D61C8197}" dt="2026-04-01T13:25:23.900" v="96" actId="20577"/>
          <ac:spMkLst>
            <pc:docMk/>
            <pc:sldMk cId="0" sldId="256"/>
            <ac:spMk id="192" creationId="{00000000-0000-0000-0000-000000000000}"/>
          </ac:spMkLst>
        </pc:spChg>
        <pc:spChg chg="mod">
          <ac:chgData name="#NGUYEN DANG DUNG#" userId="4f417bd5-f6f0-4d2d-a47b-d865b6e44374" providerId="ADAL" clId="{AB3E41C2-6534-4F41-8566-7F04D61C8197}" dt="2026-04-01T13:27:32.530" v="238" actId="20577"/>
          <ac:spMkLst>
            <pc:docMk/>
            <pc:sldMk cId="0" sldId="256"/>
            <ac:spMk id="193" creationId="{00000000-0000-0000-0000-000000000000}"/>
          </ac:spMkLst>
        </pc:spChg>
        <pc:spChg chg="mod">
          <ac:chgData name="#NGUYEN DANG DUNG#" userId="4f417bd5-f6f0-4d2d-a47b-d865b6e44374" providerId="ADAL" clId="{AB3E41C2-6534-4F41-8566-7F04D61C8197}" dt="2026-04-01T13:27:43.123" v="247" actId="20577"/>
          <ac:spMkLst>
            <pc:docMk/>
            <pc:sldMk cId="0" sldId="256"/>
            <ac:spMk id="194" creationId="{00000000-0000-0000-0000-000000000000}"/>
          </ac:spMkLst>
        </pc:spChg>
        <pc:picChg chg="add mod">
          <ac:chgData name="#NGUYEN DANG DUNG#" userId="4f417bd5-f6f0-4d2d-a47b-d865b6e44374" providerId="ADAL" clId="{AB3E41C2-6534-4F41-8566-7F04D61C8197}" dt="2026-04-01T13:20:49.721" v="5" actId="1076"/>
          <ac:picMkLst>
            <pc:docMk/>
            <pc:sldMk cId="0" sldId="256"/>
            <ac:picMk id="3" creationId="{20613A61-9316-1A40-4891-1C850D2CD7EF}"/>
          </ac:picMkLst>
        </pc:picChg>
        <pc:picChg chg="add del">
          <ac:chgData name="#NGUYEN DANG DUNG#" userId="4f417bd5-f6f0-4d2d-a47b-d865b6e44374" providerId="ADAL" clId="{AB3E41C2-6534-4F41-8566-7F04D61C8197}" dt="2026-04-01T13:22:27.757" v="9" actId="478"/>
          <ac:picMkLst>
            <pc:docMk/>
            <pc:sldMk cId="0" sldId="256"/>
            <ac:picMk id="5" creationId="{1BD8037B-B3DC-F355-C54E-D33A0315FBAA}"/>
          </ac:picMkLst>
        </pc:picChg>
        <pc:picChg chg="del">
          <ac:chgData name="#NGUYEN DANG DUNG#" userId="4f417bd5-f6f0-4d2d-a47b-d865b6e44374" providerId="ADAL" clId="{AB3E41C2-6534-4F41-8566-7F04D61C8197}" dt="2026-04-01T13:19:55.845" v="0" actId="478"/>
          <ac:picMkLst>
            <pc:docMk/>
            <pc:sldMk cId="0" sldId="256"/>
            <ac:picMk id="197" creationId="{00000000-0000-0000-0000-000000000000}"/>
          </ac:picMkLst>
        </pc:picChg>
      </pc:sldChg>
      <pc:sldMasterChg chg="modSldLayout">
        <pc:chgData name="#NGUYEN DANG DUNG#" userId="4f417bd5-f6f0-4d2d-a47b-d865b6e44374" providerId="ADAL" clId="{AB3E41C2-6534-4F41-8566-7F04D61C8197}" dt="2026-04-01T13:22:36.083" v="15" actId="27636"/>
        <pc:sldMasterMkLst>
          <pc:docMk/>
          <pc:sldMasterMk cId="0" sldId="2147483654"/>
        </pc:sldMasterMkLst>
        <pc:sldLayoutChg chg="modSp mod">
          <pc:chgData name="#NGUYEN DANG DUNG#" userId="4f417bd5-f6f0-4d2d-a47b-d865b6e44374" providerId="ADAL" clId="{AB3E41C2-6534-4F41-8566-7F04D61C8197}" dt="2026-04-01T13:22:36.065" v="11" actId="27636"/>
          <pc:sldLayoutMkLst>
            <pc:docMk/>
            <pc:sldMasterMk cId="0" sldId="2147483654"/>
            <pc:sldLayoutMk cId="0" sldId="2147483648"/>
          </pc:sldLayoutMkLst>
          <pc:spChg chg="mod">
            <ac:chgData name="#NGUYEN DANG DUNG#" userId="4f417bd5-f6f0-4d2d-a47b-d865b6e44374" providerId="ADAL" clId="{AB3E41C2-6534-4F41-8566-7F04D61C8197}" dt="2026-04-01T13:22:36.065" v="11" actId="27636"/>
            <ac:spMkLst>
              <pc:docMk/>
              <pc:sldMasterMk cId="0" sldId="2147483654"/>
              <pc:sldLayoutMk cId="0" sldId="2147483648"/>
              <ac:spMk id="64" creationId="{00000000-0000-0000-0000-000000000000}"/>
            </ac:spMkLst>
          </pc:spChg>
        </pc:sldLayoutChg>
        <pc:sldLayoutChg chg="modSp mod">
          <pc:chgData name="#NGUYEN DANG DUNG#" userId="4f417bd5-f6f0-4d2d-a47b-d865b6e44374" providerId="ADAL" clId="{AB3E41C2-6534-4F41-8566-7F04D61C8197}" dt="2026-04-01T13:22:36.065" v="13" actId="27636"/>
          <pc:sldLayoutMkLst>
            <pc:docMk/>
            <pc:sldMasterMk cId="0" sldId="2147483654"/>
            <pc:sldLayoutMk cId="0" sldId="2147483649"/>
          </pc:sldLayoutMkLst>
          <pc:spChg chg="mod">
            <ac:chgData name="#NGUYEN DANG DUNG#" userId="4f417bd5-f6f0-4d2d-a47b-d865b6e44374" providerId="ADAL" clId="{AB3E41C2-6534-4F41-8566-7F04D61C8197}" dt="2026-04-01T13:22:36.065" v="13" actId="27636"/>
            <ac:spMkLst>
              <pc:docMk/>
              <pc:sldMasterMk cId="0" sldId="2147483654"/>
              <pc:sldLayoutMk cId="0" sldId="2147483649"/>
              <ac:spMk id="80" creationId="{00000000-0000-0000-0000-000000000000}"/>
            </ac:spMkLst>
          </pc:spChg>
          <pc:spChg chg="mod">
            <ac:chgData name="#NGUYEN DANG DUNG#" userId="4f417bd5-f6f0-4d2d-a47b-d865b6e44374" providerId="ADAL" clId="{AB3E41C2-6534-4F41-8566-7F04D61C8197}" dt="2026-04-01T13:22:36.065" v="12" actId="27636"/>
            <ac:spMkLst>
              <pc:docMk/>
              <pc:sldMasterMk cId="0" sldId="2147483654"/>
              <pc:sldLayoutMk cId="0" sldId="2147483649"/>
              <ac:spMk id="104" creationId="{00000000-0000-0000-0000-000000000000}"/>
            </ac:spMkLst>
          </pc:spChg>
        </pc:sldLayoutChg>
        <pc:sldLayoutChg chg="modSp mod">
          <pc:chgData name="#NGUYEN DANG DUNG#" userId="4f417bd5-f6f0-4d2d-a47b-d865b6e44374" providerId="ADAL" clId="{AB3E41C2-6534-4F41-8566-7F04D61C8197}" dt="2026-04-01T13:22:36.083" v="15" actId="27636"/>
          <pc:sldLayoutMkLst>
            <pc:docMk/>
            <pc:sldMasterMk cId="0" sldId="2147483654"/>
            <pc:sldLayoutMk cId="0" sldId="2147483650"/>
          </pc:sldLayoutMkLst>
          <pc:spChg chg="mod">
            <ac:chgData name="#NGUYEN DANG DUNG#" userId="4f417bd5-f6f0-4d2d-a47b-d865b6e44374" providerId="ADAL" clId="{AB3E41C2-6534-4F41-8566-7F04D61C8197}" dt="2026-04-01T13:22:36.083" v="14" actId="27636"/>
            <ac:spMkLst>
              <pc:docMk/>
              <pc:sldMasterMk cId="0" sldId="2147483654"/>
              <pc:sldLayoutMk cId="0" sldId="2147483650"/>
              <ac:spMk id="148" creationId="{00000000-0000-0000-0000-000000000000}"/>
            </ac:spMkLst>
          </pc:spChg>
          <pc:spChg chg="mod">
            <ac:chgData name="#NGUYEN DANG DUNG#" userId="4f417bd5-f6f0-4d2d-a47b-d865b6e44374" providerId="ADAL" clId="{AB3E41C2-6534-4F41-8566-7F04D61C8197}" dt="2026-04-01T13:22:36.083" v="15" actId="27636"/>
            <ac:spMkLst>
              <pc:docMk/>
              <pc:sldMasterMk cId="0" sldId="2147483654"/>
              <pc:sldLayoutMk cId="0" sldId="2147483650"/>
              <ac:spMk id="152" creationId="{00000000-0000-0000-0000-000000000000}"/>
            </ac:spMkLst>
          </pc:spChg>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2104480" y="685800"/>
            <a:ext cx="26496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
        <p:cNvGrpSpPr/>
        <p:nvPr/>
      </p:nvGrpSpPr>
      <p:grpSpPr>
        <a:xfrm>
          <a:off x="0" y="0"/>
          <a:ext cx="0" cy="0"/>
          <a:chOff x="0" y="0"/>
          <a:chExt cx="0" cy="0"/>
        </a:xfrm>
      </p:grpSpPr>
      <p:sp>
        <p:nvSpPr>
          <p:cNvPr id="184" name="Google Shape;184;g1512140ae02_0_793:notes"/>
          <p:cNvSpPr>
            <a:spLocks noGrp="1" noRot="1" noChangeAspect="1"/>
          </p:cNvSpPr>
          <p:nvPr>
            <p:ph type="sldImg" idx="2"/>
          </p:nvPr>
        </p:nvSpPr>
        <p:spPr>
          <a:xfrm>
            <a:off x="2105025" y="685800"/>
            <a:ext cx="2649538"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5" name="Google Shape;185;g1512140ae02_0_793: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Layout 1" type="title">
  <p:cSld name="TITLE">
    <p:spTree>
      <p:nvGrpSpPr>
        <p:cNvPr id="1" name="Shape 10"/>
        <p:cNvGrpSpPr/>
        <p:nvPr/>
      </p:nvGrpSpPr>
      <p:grpSpPr>
        <a:xfrm>
          <a:off x="0" y="0"/>
          <a:ext cx="0" cy="0"/>
          <a:chOff x="0" y="0"/>
          <a:chExt cx="0" cy="0"/>
        </a:xfrm>
      </p:grpSpPr>
      <p:grpSp>
        <p:nvGrpSpPr>
          <p:cNvPr id="11" name="Google Shape;11;p2"/>
          <p:cNvGrpSpPr/>
          <p:nvPr/>
        </p:nvGrpSpPr>
        <p:grpSpPr>
          <a:xfrm>
            <a:off x="172055" y="1468890"/>
            <a:ext cx="7434543" cy="62982"/>
            <a:chOff x="1890075" y="5241175"/>
            <a:chExt cx="4240556" cy="257700"/>
          </a:xfrm>
        </p:grpSpPr>
        <p:sp>
          <p:nvSpPr>
            <p:cNvPr id="12" name="Google Shape;12;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3" name="Google Shape;13;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4" name="Google Shape;14;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5" name="Google Shape;15;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16" name="Google Shape;16;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nvGrpSpPr>
          <p:cNvPr id="17" name="Google Shape;17;p2"/>
          <p:cNvGrpSpPr/>
          <p:nvPr/>
        </p:nvGrpSpPr>
        <p:grpSpPr>
          <a:xfrm>
            <a:off x="168930" y="2702615"/>
            <a:ext cx="7434543" cy="62982"/>
            <a:chOff x="1890075" y="5241175"/>
            <a:chExt cx="4240556" cy="257700"/>
          </a:xfrm>
        </p:grpSpPr>
        <p:sp>
          <p:nvSpPr>
            <p:cNvPr id="18" name="Google Shape;18;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19" name="Google Shape;19;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0" name="Google Shape;20;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1" name="Google Shape;21;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cxnSp>
        <p:nvCxnSpPr>
          <p:cNvPr id="22" name="Google Shape;22;p2"/>
          <p:cNvCxnSpPr>
            <a:stCxn id="12"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23" name="Google Shape;23;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24" name="Google Shape;24;p2"/>
          <p:cNvGrpSpPr/>
          <p:nvPr/>
        </p:nvGrpSpPr>
        <p:grpSpPr>
          <a:xfrm>
            <a:off x="0" y="3413775"/>
            <a:ext cx="3530025" cy="746350"/>
            <a:chOff x="0" y="3156075"/>
            <a:chExt cx="3530025" cy="746350"/>
          </a:xfrm>
        </p:grpSpPr>
        <p:sp>
          <p:nvSpPr>
            <p:cNvPr id="25" name="Google Shape;25;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6" name="Google Shape;26;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27" name="Google Shape;27;p2"/>
          <p:cNvGrpSpPr/>
          <p:nvPr/>
        </p:nvGrpSpPr>
        <p:grpSpPr>
          <a:xfrm>
            <a:off x="3248850" y="2867100"/>
            <a:ext cx="4936034" cy="746350"/>
            <a:chOff x="0" y="3156075"/>
            <a:chExt cx="3530025" cy="746350"/>
          </a:xfrm>
        </p:grpSpPr>
        <p:sp>
          <p:nvSpPr>
            <p:cNvPr id="28" name="Google Shape;28;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29" name="Google Shape;29;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30" name="Google Shape;30;p2"/>
          <p:cNvGrpSpPr/>
          <p:nvPr/>
        </p:nvGrpSpPr>
        <p:grpSpPr>
          <a:xfrm>
            <a:off x="3248850" y="7166275"/>
            <a:ext cx="4936034" cy="746350"/>
            <a:chOff x="0" y="3156075"/>
            <a:chExt cx="3530025" cy="746350"/>
          </a:xfrm>
        </p:grpSpPr>
        <p:sp>
          <p:nvSpPr>
            <p:cNvPr id="31" name="Google Shape;31;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32" name="Google Shape;32;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33" name="Google Shape;33;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Key Insights </a:t>
            </a:r>
            <a:endParaRPr sz="1900">
              <a:solidFill>
                <a:schemeClr val="lt2"/>
              </a:solidFill>
              <a:latin typeface="Google Sans SemiBold"/>
              <a:ea typeface="Google Sans SemiBold"/>
              <a:cs typeface="Google Sans SemiBold"/>
              <a:sym typeface="Google Sans SemiBold"/>
            </a:endParaRPr>
          </a:p>
        </p:txBody>
      </p:sp>
      <p:sp>
        <p:nvSpPr>
          <p:cNvPr id="34" name="Google Shape;34;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Details </a:t>
            </a:r>
            <a:endParaRPr sz="1900">
              <a:solidFill>
                <a:schemeClr val="lt2"/>
              </a:solidFill>
              <a:latin typeface="Google Sans SemiBold"/>
              <a:ea typeface="Google Sans SemiBold"/>
              <a:cs typeface="Google Sans SemiBold"/>
              <a:sym typeface="Google Sans SemiBold"/>
            </a:endParaRPr>
          </a:p>
        </p:txBody>
      </p:sp>
      <p:sp>
        <p:nvSpPr>
          <p:cNvPr id="35" name="Google Shape;35;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chemeClr val="lt2"/>
                </a:solidFill>
                <a:latin typeface="Google Sans SemiBold"/>
                <a:ea typeface="Google Sans SemiBold"/>
                <a:cs typeface="Google Sans SemiBold"/>
                <a:sym typeface="Google Sans SemiBold"/>
              </a:rPr>
              <a:t>Next Steps </a:t>
            </a:r>
            <a:endParaRPr sz="1900">
              <a:solidFill>
                <a:schemeClr val="lt2"/>
              </a:solidFill>
              <a:latin typeface="Google Sans SemiBold"/>
              <a:ea typeface="Google Sans SemiBold"/>
              <a:cs typeface="Google Sans SemiBold"/>
              <a:sym typeface="Google Sans SemiBold"/>
            </a:endParaRPr>
          </a:p>
        </p:txBody>
      </p:sp>
      <p:grpSp>
        <p:nvGrpSpPr>
          <p:cNvPr id="36" name="Google Shape;36;p2"/>
          <p:cNvGrpSpPr/>
          <p:nvPr/>
        </p:nvGrpSpPr>
        <p:grpSpPr>
          <a:xfrm>
            <a:off x="172055" y="1468890"/>
            <a:ext cx="7434543" cy="62982"/>
            <a:chOff x="1890075" y="5241175"/>
            <a:chExt cx="4240556" cy="257700"/>
          </a:xfrm>
        </p:grpSpPr>
        <p:sp>
          <p:nvSpPr>
            <p:cNvPr id="37" name="Google Shape;37;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8" name="Google Shape;38;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39" name="Google Shape;39;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0" name="Google Shape;40;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41" name="Google Shape;41;p2"/>
          <p:cNvSpPr/>
          <p:nvPr/>
        </p:nvSpPr>
        <p:spPr>
          <a:xfrm>
            <a:off x="172050" y="2765600"/>
            <a:ext cx="3076800" cy="7293000"/>
          </a:xfrm>
          <a:prstGeom prst="roundRect">
            <a:avLst>
              <a:gd name="adj" fmla="val 0"/>
            </a:avLst>
          </a:prstGeom>
          <a:solidFill>
            <a:srgbClr val="CCCCCC"/>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nvGrpSpPr>
          <p:cNvPr id="42" name="Google Shape;42;p2"/>
          <p:cNvGrpSpPr/>
          <p:nvPr/>
        </p:nvGrpSpPr>
        <p:grpSpPr>
          <a:xfrm>
            <a:off x="168930" y="2702615"/>
            <a:ext cx="7434543" cy="62982"/>
            <a:chOff x="1890075" y="5241175"/>
            <a:chExt cx="4240556" cy="257700"/>
          </a:xfrm>
        </p:grpSpPr>
        <p:sp>
          <p:nvSpPr>
            <p:cNvPr id="43" name="Google Shape;43;p2"/>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4" name="Google Shape;44;p2"/>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5" name="Google Shape;45;p2"/>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46" name="Google Shape;46;p2"/>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cxnSp>
        <p:nvCxnSpPr>
          <p:cNvPr id="47" name="Google Shape;47;p2"/>
          <p:cNvCxnSpPr>
            <a:stCxn id="37" idx="0"/>
          </p:cNvCxnSpPr>
          <p:nvPr/>
        </p:nvCxnSpPr>
        <p:spPr>
          <a:xfrm>
            <a:off x="172055" y="1500381"/>
            <a:ext cx="0" cy="8590500"/>
          </a:xfrm>
          <a:prstGeom prst="straightConnector1">
            <a:avLst/>
          </a:prstGeom>
          <a:noFill/>
          <a:ln w="9525" cap="flat" cmpd="sng">
            <a:solidFill>
              <a:srgbClr val="CCCCCC"/>
            </a:solidFill>
            <a:prstDash val="solid"/>
            <a:round/>
            <a:headEnd type="none" w="med" len="med"/>
            <a:tailEnd type="none" w="med" len="med"/>
          </a:ln>
        </p:spPr>
      </p:cxnSp>
      <p:cxnSp>
        <p:nvCxnSpPr>
          <p:cNvPr id="48" name="Google Shape;48;p2"/>
          <p:cNvCxnSpPr/>
          <p:nvPr/>
        </p:nvCxnSpPr>
        <p:spPr>
          <a:xfrm>
            <a:off x="7603480" y="1500381"/>
            <a:ext cx="0" cy="8590500"/>
          </a:xfrm>
          <a:prstGeom prst="straightConnector1">
            <a:avLst/>
          </a:prstGeom>
          <a:noFill/>
          <a:ln w="9525" cap="flat" cmpd="sng">
            <a:solidFill>
              <a:srgbClr val="CCCCCC"/>
            </a:solidFill>
            <a:prstDash val="solid"/>
            <a:round/>
            <a:headEnd type="none" w="med" len="med"/>
            <a:tailEnd type="none" w="med" len="med"/>
          </a:ln>
        </p:spPr>
      </p:cxnSp>
      <p:grpSp>
        <p:nvGrpSpPr>
          <p:cNvPr id="49" name="Google Shape;49;p2"/>
          <p:cNvGrpSpPr/>
          <p:nvPr/>
        </p:nvGrpSpPr>
        <p:grpSpPr>
          <a:xfrm>
            <a:off x="0" y="3413775"/>
            <a:ext cx="3530025" cy="746350"/>
            <a:chOff x="0" y="3156075"/>
            <a:chExt cx="3530025" cy="746350"/>
          </a:xfrm>
        </p:grpSpPr>
        <p:sp>
          <p:nvSpPr>
            <p:cNvPr id="50" name="Google Shape;50;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1" name="Google Shape;51;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2" name="Google Shape;52;p2"/>
          <p:cNvGrpSpPr/>
          <p:nvPr/>
        </p:nvGrpSpPr>
        <p:grpSpPr>
          <a:xfrm>
            <a:off x="3248850" y="2867100"/>
            <a:ext cx="4936034" cy="746350"/>
            <a:chOff x="0" y="3156075"/>
            <a:chExt cx="3530025" cy="746350"/>
          </a:xfrm>
        </p:grpSpPr>
        <p:sp>
          <p:nvSpPr>
            <p:cNvPr id="53" name="Google Shape;53;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4" name="Google Shape;54;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55" name="Google Shape;55;p2"/>
          <p:cNvGrpSpPr/>
          <p:nvPr/>
        </p:nvGrpSpPr>
        <p:grpSpPr>
          <a:xfrm>
            <a:off x="3248850" y="7166275"/>
            <a:ext cx="4936034" cy="746350"/>
            <a:chOff x="0" y="3156075"/>
            <a:chExt cx="3530025" cy="746350"/>
          </a:xfrm>
        </p:grpSpPr>
        <p:sp>
          <p:nvSpPr>
            <p:cNvPr id="56" name="Google Shape;56;p2"/>
            <p:cNvSpPr/>
            <p:nvPr/>
          </p:nvSpPr>
          <p:spPr>
            <a:xfrm rot="5400000">
              <a:off x="3097725" y="3470125"/>
              <a:ext cx="583500" cy="281100"/>
            </a:xfrm>
            <a:prstGeom prst="trapezoid">
              <a:avLst>
                <a:gd name="adj" fmla="val 102819"/>
              </a:avLst>
            </a:prstGeom>
            <a:solidFill>
              <a:srgbClr val="4F4F4F"/>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57" name="Google Shape;57;p2"/>
            <p:cNvSpPr/>
            <p:nvPr/>
          </p:nvSpPr>
          <p:spPr>
            <a:xfrm>
              <a:off x="0" y="3156075"/>
              <a:ext cx="3529800" cy="453000"/>
            </a:xfrm>
            <a:prstGeom prst="rect">
              <a:avLst/>
            </a:prstGeom>
            <a:solidFill>
              <a:srgbClr val="666666"/>
            </a:solidFill>
            <a:ln w="9525" cap="flat" cmpd="sng">
              <a:solidFill>
                <a:srgbClr val="57575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58" name="Google Shape;58;p2"/>
          <p:cNvSpPr txBox="1"/>
          <p:nvPr/>
        </p:nvSpPr>
        <p:spPr>
          <a:xfrm>
            <a:off x="188700" y="3410750"/>
            <a:ext cx="3074400" cy="4632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Key Insights </a:t>
            </a:r>
            <a:endParaRPr sz="1900">
              <a:solidFill>
                <a:srgbClr val="EEEEEE"/>
              </a:solidFill>
              <a:latin typeface="Google Sans SemiBold"/>
              <a:ea typeface="Google Sans SemiBold"/>
              <a:cs typeface="Google Sans SemiBold"/>
              <a:sym typeface="Google Sans SemiBold"/>
            </a:endParaRPr>
          </a:p>
        </p:txBody>
      </p:sp>
      <p:sp>
        <p:nvSpPr>
          <p:cNvPr id="59" name="Google Shape;59;p2"/>
          <p:cNvSpPr txBox="1"/>
          <p:nvPr/>
        </p:nvSpPr>
        <p:spPr>
          <a:xfrm>
            <a:off x="3263100" y="2852500"/>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Details </a:t>
            </a:r>
            <a:endParaRPr sz="1900">
              <a:solidFill>
                <a:srgbClr val="EEEEEE"/>
              </a:solidFill>
              <a:latin typeface="Google Sans SemiBold"/>
              <a:ea typeface="Google Sans SemiBold"/>
              <a:cs typeface="Google Sans SemiBold"/>
              <a:sym typeface="Google Sans SemiBold"/>
            </a:endParaRPr>
          </a:p>
        </p:txBody>
      </p:sp>
      <p:sp>
        <p:nvSpPr>
          <p:cNvPr id="60" name="Google Shape;60;p2"/>
          <p:cNvSpPr txBox="1"/>
          <p:nvPr/>
        </p:nvSpPr>
        <p:spPr>
          <a:xfrm>
            <a:off x="3263100" y="7164075"/>
            <a:ext cx="4334100" cy="4500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normAutofit lnSpcReduction="10000"/>
          </a:bodyPr>
          <a:lstStyle/>
          <a:p>
            <a:pPr marL="0" lvl="0" indent="0" algn="ctr" rtl="0">
              <a:spcBef>
                <a:spcPts val="0"/>
              </a:spcBef>
              <a:spcAft>
                <a:spcPts val="0"/>
              </a:spcAft>
              <a:buNone/>
            </a:pPr>
            <a:r>
              <a:rPr lang="en" sz="1900">
                <a:solidFill>
                  <a:srgbClr val="EEEEEE"/>
                </a:solidFill>
                <a:latin typeface="Google Sans SemiBold"/>
                <a:ea typeface="Google Sans SemiBold"/>
                <a:cs typeface="Google Sans SemiBold"/>
                <a:sym typeface="Google Sans SemiBold"/>
              </a:rPr>
              <a:t>Next Steps </a:t>
            </a:r>
            <a:endParaRPr sz="1900">
              <a:solidFill>
                <a:srgbClr val="EEEEEE"/>
              </a:solidFill>
              <a:latin typeface="Google Sans SemiBold"/>
              <a:ea typeface="Google Sans SemiBold"/>
              <a:cs typeface="Google Sans SemiBold"/>
              <a:sym typeface="Google Sans SemiBold"/>
            </a:endParaRPr>
          </a:p>
        </p:txBody>
      </p:sp>
      <p:sp>
        <p:nvSpPr>
          <p:cNvPr id="61" name="Google Shape;61;p2"/>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62" name="Google Shape;62;p2"/>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63" name="Google Shape;63;p2"/>
          <p:cNvSpPr>
            <a:spLocks noGrp="1"/>
          </p:cNvSpPr>
          <p:nvPr>
            <p:ph type="pic" idx="2"/>
          </p:nvPr>
        </p:nvSpPr>
        <p:spPr>
          <a:xfrm>
            <a:off x="4583375" y="3389400"/>
            <a:ext cx="3035400" cy="2495700"/>
          </a:xfrm>
          <a:prstGeom prst="rect">
            <a:avLst/>
          </a:prstGeom>
          <a:noFill/>
          <a:ln w="19050" cap="flat" cmpd="sng">
            <a:solidFill>
              <a:srgbClr val="000000"/>
            </a:solidFill>
            <a:prstDash val="solid"/>
            <a:round/>
            <a:headEnd type="none" w="sm" len="sm"/>
            <a:tailEnd type="none" w="sm" len="sm"/>
          </a:ln>
        </p:spPr>
      </p:sp>
      <p:sp>
        <p:nvSpPr>
          <p:cNvPr id="64" name="Google Shape;64;p2"/>
          <p:cNvSpPr txBox="1"/>
          <p:nvPr/>
        </p:nvSpPr>
        <p:spPr>
          <a:xfrm>
            <a:off x="4541175" y="5895125"/>
            <a:ext cx="30744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Layout 2">
  <p:cSld name="TITLE_1">
    <p:spTree>
      <p:nvGrpSpPr>
        <p:cNvPr id="1" name="Shape 65"/>
        <p:cNvGrpSpPr/>
        <p:nvPr/>
      </p:nvGrpSpPr>
      <p:grpSpPr>
        <a:xfrm>
          <a:off x="0" y="0"/>
          <a:ext cx="0" cy="0"/>
          <a:chOff x="0" y="0"/>
          <a:chExt cx="0" cy="0"/>
        </a:xfrm>
      </p:grpSpPr>
      <p:cxnSp>
        <p:nvCxnSpPr>
          <p:cNvPr id="66" name="Google Shape;66;p3"/>
          <p:cNvCxnSpPr>
            <a:stCxn id="67" idx="1"/>
          </p:cNvCxnSpPr>
          <p:nvPr/>
        </p:nvCxnSpPr>
        <p:spPr>
          <a:xfrm>
            <a:off x="3033472" y="937660"/>
            <a:ext cx="15900" cy="6568200"/>
          </a:xfrm>
          <a:prstGeom prst="straightConnector1">
            <a:avLst/>
          </a:prstGeom>
          <a:noFill/>
          <a:ln w="9525" cap="flat" cmpd="sng">
            <a:solidFill>
              <a:srgbClr val="CCCCCC"/>
            </a:solidFill>
            <a:prstDash val="solid"/>
            <a:round/>
            <a:headEnd type="none" w="med" len="med"/>
            <a:tailEnd type="none" w="med" len="med"/>
          </a:ln>
        </p:spPr>
      </p:cxnSp>
      <p:grpSp>
        <p:nvGrpSpPr>
          <p:cNvPr id="68" name="Google Shape;68;p3"/>
          <p:cNvGrpSpPr/>
          <p:nvPr/>
        </p:nvGrpSpPr>
        <p:grpSpPr>
          <a:xfrm>
            <a:off x="190345" y="900758"/>
            <a:ext cx="7581747" cy="5906"/>
            <a:chOff x="1890075" y="5241175"/>
            <a:chExt cx="4240556" cy="257700"/>
          </a:xfrm>
        </p:grpSpPr>
        <p:sp>
          <p:nvSpPr>
            <p:cNvPr id="69" name="Google Shape;69;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0" name="Google Shape;70;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1" name="Google Shape;71;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2" name="Google Shape;72;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grpSp>
        <p:nvGrpSpPr>
          <p:cNvPr id="73" name="Google Shape;73;p3"/>
          <p:cNvGrpSpPr/>
          <p:nvPr/>
        </p:nvGrpSpPr>
        <p:grpSpPr>
          <a:xfrm>
            <a:off x="190320" y="931759"/>
            <a:ext cx="7581691" cy="5901"/>
            <a:chOff x="1890075" y="5241175"/>
            <a:chExt cx="4240556" cy="257700"/>
          </a:xfrm>
        </p:grpSpPr>
        <p:sp>
          <p:nvSpPr>
            <p:cNvPr id="74" name="Google Shape;74;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5" name="Google Shape;75;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6" name="Google Shape;76;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sp>
          <p:nvSpPr>
            <p:cNvPr id="77" name="Google Shape;77;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chemeClr val="dk2"/>
                </a:solidFill>
              </a:endParaRPr>
            </a:p>
          </p:txBody>
        </p:sp>
      </p:grpSp>
      <p:sp>
        <p:nvSpPr>
          <p:cNvPr id="78" name="Google Shape;78;p3"/>
          <p:cNvSpPr/>
          <p:nvPr/>
        </p:nvSpPr>
        <p:spPr>
          <a:xfrm rot="248910">
            <a:off x="7469568" y="-16320"/>
            <a:ext cx="1791494" cy="10540289"/>
          </a:xfrm>
          <a:prstGeom prst="rtTriangle">
            <a:avLst/>
          </a:prstGeom>
          <a:solidFill>
            <a:srgbClr val="B7B7B7"/>
          </a:solidFill>
          <a:ln w="9525" cap="flat" cmpd="sng">
            <a:solidFill>
              <a:srgbClr val="CFB991"/>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79" name="Google Shape;79;p3"/>
          <p:cNvSpPr>
            <a:spLocks noGrp="1"/>
          </p:cNvSpPr>
          <p:nvPr>
            <p:ph type="pic" idx="2"/>
          </p:nvPr>
        </p:nvSpPr>
        <p:spPr>
          <a:xfrm>
            <a:off x="3552088" y="1473363"/>
            <a:ext cx="3035400" cy="2495700"/>
          </a:xfrm>
          <a:prstGeom prst="rect">
            <a:avLst/>
          </a:prstGeom>
          <a:noFill/>
          <a:ln w="19050" cap="flat" cmpd="sng">
            <a:solidFill>
              <a:srgbClr val="000000"/>
            </a:solidFill>
            <a:prstDash val="solid"/>
            <a:round/>
            <a:headEnd type="none" w="sm" len="sm"/>
            <a:tailEnd type="none" w="sm" len="sm"/>
          </a:ln>
        </p:spPr>
      </p:sp>
      <p:sp>
        <p:nvSpPr>
          <p:cNvPr id="80" name="Google Shape;80;p3"/>
          <p:cNvSpPr txBox="1"/>
          <p:nvPr/>
        </p:nvSpPr>
        <p:spPr>
          <a:xfrm>
            <a:off x="510050" y="96599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81" name="Google Shape;81;p3"/>
          <p:cNvSpPr/>
          <p:nvPr/>
        </p:nvSpPr>
        <p:spPr>
          <a:xfrm>
            <a:off x="159875" y="7502350"/>
            <a:ext cx="7612200" cy="2379300"/>
          </a:xfrm>
          <a:prstGeom prst="rect">
            <a:avLst/>
          </a:prstGeom>
          <a:noFill/>
          <a:ln w="38100"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nvGrpSpPr>
          <p:cNvPr id="82" name="Google Shape;82;p3"/>
          <p:cNvGrpSpPr/>
          <p:nvPr/>
        </p:nvGrpSpPr>
        <p:grpSpPr>
          <a:xfrm>
            <a:off x="190320" y="900657"/>
            <a:ext cx="7581691" cy="5901"/>
            <a:chOff x="1890075" y="5241175"/>
            <a:chExt cx="4240556" cy="257700"/>
          </a:xfrm>
        </p:grpSpPr>
        <p:sp>
          <p:nvSpPr>
            <p:cNvPr id="83" name="Google Shape;83;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4" name="Google Shape;84;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5" name="Google Shape;85;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6" name="Google Shape;86;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87" name="Google Shape;87;p3"/>
          <p:cNvGrpSpPr/>
          <p:nvPr/>
        </p:nvGrpSpPr>
        <p:grpSpPr>
          <a:xfrm>
            <a:off x="190320" y="931759"/>
            <a:ext cx="7581691" cy="5901"/>
            <a:chOff x="1890075" y="5241175"/>
            <a:chExt cx="4240556" cy="257700"/>
          </a:xfrm>
        </p:grpSpPr>
        <p:sp>
          <p:nvSpPr>
            <p:cNvPr id="88" name="Google Shape;88;p3"/>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67" name="Google Shape;67;p3"/>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89" name="Google Shape;89;p3"/>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90" name="Google Shape;90;p3"/>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91" name="Google Shape;91;p3"/>
          <p:cNvSpPr/>
          <p:nvPr/>
        </p:nvSpPr>
        <p:spPr>
          <a:xfrm rot="248910">
            <a:off x="7469568" y="-16320"/>
            <a:ext cx="1791494" cy="10540289"/>
          </a:xfrm>
          <a:prstGeom prst="rtTriangle">
            <a:avLst/>
          </a:prstGeom>
          <a:solidFill>
            <a:srgbClr val="575757"/>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CFB991"/>
              </a:solidFill>
            </a:endParaRPr>
          </a:p>
        </p:txBody>
      </p:sp>
      <p:sp>
        <p:nvSpPr>
          <p:cNvPr id="92" name="Google Shape;92;p3"/>
          <p:cNvSpPr txBox="1"/>
          <p:nvPr/>
        </p:nvSpPr>
        <p:spPr>
          <a:xfrm>
            <a:off x="290394" y="9345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ISSUE / PROBLEM</a:t>
            </a:r>
            <a:endParaRPr sz="1500">
              <a:latin typeface="Work Sans"/>
              <a:ea typeface="Work Sans"/>
              <a:cs typeface="Work Sans"/>
              <a:sym typeface="Work Sans"/>
            </a:endParaRPr>
          </a:p>
        </p:txBody>
      </p:sp>
      <p:grpSp>
        <p:nvGrpSpPr>
          <p:cNvPr id="93" name="Google Shape;93;p3"/>
          <p:cNvGrpSpPr/>
          <p:nvPr/>
        </p:nvGrpSpPr>
        <p:grpSpPr>
          <a:xfrm>
            <a:off x="172024" y="1040825"/>
            <a:ext cx="137818" cy="187200"/>
            <a:chOff x="507100" y="1997600"/>
            <a:chExt cx="158375" cy="187200"/>
          </a:xfrm>
        </p:grpSpPr>
        <p:sp>
          <p:nvSpPr>
            <p:cNvPr id="94" name="Google Shape;94;p3"/>
            <p:cNvSpPr/>
            <p:nvPr/>
          </p:nvSpPr>
          <p:spPr>
            <a:xfrm>
              <a:off x="529575" y="1997600"/>
              <a:ext cx="135900" cy="187200"/>
            </a:xfrm>
            <a:prstGeom prst="chevron">
              <a:avLst>
                <a:gd name="adj" fmla="val 50000"/>
              </a:avLst>
            </a:prstGeom>
            <a:solidFill>
              <a:srgbClr val="0000FF"/>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5" name="Google Shape;95;p3"/>
            <p:cNvSpPr/>
            <p:nvPr/>
          </p:nvSpPr>
          <p:spPr>
            <a:xfrm>
              <a:off x="507100" y="2017025"/>
              <a:ext cx="135900" cy="146700"/>
            </a:xfrm>
            <a:prstGeom prst="chevron">
              <a:avLst>
                <a:gd name="adj" fmla="val 50000"/>
              </a:avLst>
            </a:prstGeom>
            <a:solidFill>
              <a:srgbClr val="4069DD"/>
            </a:solidFill>
            <a:ln w="9525" cap="flat" cmpd="sng">
              <a:solidFill>
                <a:srgbClr val="4069D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96" name="Google Shape;96;p3"/>
          <p:cNvSpPr txBox="1"/>
          <p:nvPr/>
        </p:nvSpPr>
        <p:spPr>
          <a:xfrm>
            <a:off x="308719" y="2801400"/>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RESPONSE </a:t>
            </a:r>
            <a:endParaRPr sz="1500">
              <a:latin typeface="Work Sans"/>
              <a:ea typeface="Work Sans"/>
              <a:cs typeface="Work Sans"/>
              <a:sym typeface="Work Sans"/>
            </a:endParaRPr>
          </a:p>
        </p:txBody>
      </p:sp>
      <p:grpSp>
        <p:nvGrpSpPr>
          <p:cNvPr id="97" name="Google Shape;97;p3"/>
          <p:cNvGrpSpPr/>
          <p:nvPr/>
        </p:nvGrpSpPr>
        <p:grpSpPr>
          <a:xfrm>
            <a:off x="190349" y="2907725"/>
            <a:ext cx="137818" cy="187200"/>
            <a:chOff x="507100" y="1540400"/>
            <a:chExt cx="158375" cy="187200"/>
          </a:xfrm>
        </p:grpSpPr>
        <p:sp>
          <p:nvSpPr>
            <p:cNvPr id="98" name="Google Shape;98;p3"/>
            <p:cNvSpPr/>
            <p:nvPr/>
          </p:nvSpPr>
          <p:spPr>
            <a:xfrm>
              <a:off x="529575" y="1540400"/>
              <a:ext cx="135900" cy="187200"/>
            </a:xfrm>
            <a:prstGeom prst="chevron">
              <a:avLst>
                <a:gd name="adj" fmla="val 50000"/>
              </a:avLst>
            </a:prstGeom>
            <a:solidFill>
              <a:srgbClr val="FF00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99" name="Google Shape;99;p3"/>
            <p:cNvSpPr/>
            <p:nvPr/>
          </p:nvSpPr>
          <p:spPr>
            <a:xfrm>
              <a:off x="507100" y="1559825"/>
              <a:ext cx="135900" cy="146700"/>
            </a:xfrm>
            <a:prstGeom prst="chevron">
              <a:avLst>
                <a:gd name="adj" fmla="val 50000"/>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0" name="Google Shape;100;p3"/>
          <p:cNvSpPr txBox="1"/>
          <p:nvPr/>
        </p:nvSpPr>
        <p:spPr>
          <a:xfrm>
            <a:off x="290394" y="5399875"/>
            <a:ext cx="22590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IMPACT  </a:t>
            </a:r>
            <a:endParaRPr sz="1500">
              <a:latin typeface="Work Sans"/>
              <a:ea typeface="Work Sans"/>
              <a:cs typeface="Work Sans"/>
              <a:sym typeface="Work Sans"/>
            </a:endParaRPr>
          </a:p>
        </p:txBody>
      </p:sp>
      <p:grpSp>
        <p:nvGrpSpPr>
          <p:cNvPr id="101" name="Google Shape;101;p3"/>
          <p:cNvGrpSpPr/>
          <p:nvPr/>
        </p:nvGrpSpPr>
        <p:grpSpPr>
          <a:xfrm>
            <a:off x="172024" y="5506200"/>
            <a:ext cx="137818" cy="187200"/>
            <a:chOff x="507100" y="1997600"/>
            <a:chExt cx="158375" cy="187200"/>
          </a:xfrm>
        </p:grpSpPr>
        <p:sp>
          <p:nvSpPr>
            <p:cNvPr id="102" name="Google Shape;102;p3"/>
            <p:cNvSpPr/>
            <p:nvPr/>
          </p:nvSpPr>
          <p:spPr>
            <a:xfrm>
              <a:off x="529575" y="1997600"/>
              <a:ext cx="135900" cy="187200"/>
            </a:xfrm>
            <a:prstGeom prst="chevron">
              <a:avLst>
                <a:gd name="adj" fmla="val 50000"/>
              </a:avLst>
            </a:prstGeom>
            <a:solidFill>
              <a:srgbClr val="F4B400"/>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3" name="Google Shape;103;p3"/>
            <p:cNvSpPr/>
            <p:nvPr/>
          </p:nvSpPr>
          <p:spPr>
            <a:xfrm>
              <a:off x="507100" y="2017025"/>
              <a:ext cx="135900" cy="146700"/>
            </a:xfrm>
            <a:prstGeom prst="chevron">
              <a:avLst>
                <a:gd name="adj" fmla="val 50000"/>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4" name="Google Shape;104;p3"/>
          <p:cNvSpPr txBox="1"/>
          <p:nvPr/>
        </p:nvSpPr>
        <p:spPr>
          <a:xfrm>
            <a:off x="-2480800" y="9126503"/>
            <a:ext cx="30816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endParaRPr sz="1100" i="1">
              <a:solidFill>
                <a:srgbClr val="000000"/>
              </a:solidFill>
              <a:latin typeface="Calibri"/>
              <a:ea typeface="Calibri"/>
              <a:cs typeface="Calibri"/>
              <a:sym typeface="Calibri"/>
            </a:endParaRPr>
          </a:p>
        </p:txBody>
      </p:sp>
      <p:sp>
        <p:nvSpPr>
          <p:cNvPr id="105" name="Google Shape;105;p3"/>
          <p:cNvSpPr txBox="1"/>
          <p:nvPr/>
        </p:nvSpPr>
        <p:spPr>
          <a:xfrm>
            <a:off x="315596" y="7502355"/>
            <a:ext cx="6273300" cy="4155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500">
                <a:latin typeface="Work Sans"/>
                <a:ea typeface="Work Sans"/>
                <a:cs typeface="Work Sans"/>
                <a:sym typeface="Work Sans"/>
              </a:rPr>
              <a:t>KEY INSIGHTS</a:t>
            </a:r>
            <a:endParaRPr sz="1500">
              <a:latin typeface="Work Sans"/>
              <a:ea typeface="Work Sans"/>
              <a:cs typeface="Work Sans"/>
              <a:sym typeface="Work Sans"/>
            </a:endParaRPr>
          </a:p>
        </p:txBody>
      </p:sp>
      <p:grpSp>
        <p:nvGrpSpPr>
          <p:cNvPr id="106" name="Google Shape;106;p3"/>
          <p:cNvGrpSpPr/>
          <p:nvPr/>
        </p:nvGrpSpPr>
        <p:grpSpPr>
          <a:xfrm>
            <a:off x="172024" y="7607808"/>
            <a:ext cx="137818" cy="187200"/>
            <a:chOff x="507100" y="1997600"/>
            <a:chExt cx="158375" cy="187200"/>
          </a:xfrm>
        </p:grpSpPr>
        <p:sp>
          <p:nvSpPr>
            <p:cNvPr id="107" name="Google Shape;107;p3"/>
            <p:cNvSpPr/>
            <p:nvPr/>
          </p:nvSpPr>
          <p:spPr>
            <a:xfrm>
              <a:off x="529575" y="1997600"/>
              <a:ext cx="135900" cy="187200"/>
            </a:xfrm>
            <a:prstGeom prst="chevron">
              <a:avLst>
                <a:gd name="adj" fmla="val 50000"/>
              </a:avLst>
            </a:prstGeom>
            <a:solidFill>
              <a:srgbClr val="0F9D58"/>
            </a:solidFill>
            <a:ln w="9525" cap="flat" cmpd="sng">
              <a:solidFill>
                <a:srgbClr val="00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08" name="Google Shape;108;p3"/>
            <p:cNvSpPr/>
            <p:nvPr/>
          </p:nvSpPr>
          <p:spPr>
            <a:xfrm>
              <a:off x="507100" y="2017025"/>
              <a:ext cx="135900" cy="146700"/>
            </a:xfrm>
            <a:prstGeom prst="chevron">
              <a:avLst>
                <a:gd name="adj" fmla="val 50000"/>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09" name="Google Shape;109;p3"/>
          <p:cNvSpPr>
            <a:spLocks noGrp="1"/>
          </p:cNvSpPr>
          <p:nvPr>
            <p:ph type="pic" idx="3"/>
          </p:nvPr>
        </p:nvSpPr>
        <p:spPr>
          <a:xfrm>
            <a:off x="4054775" y="4659950"/>
            <a:ext cx="3035400" cy="2495700"/>
          </a:xfrm>
          <a:prstGeom prst="rect">
            <a:avLst/>
          </a:prstGeom>
          <a:noFill/>
          <a:ln w="19050" cap="flat" cmpd="sng">
            <a:solidFill>
              <a:srgbClr val="000000"/>
            </a:solidFill>
            <a:prstDash val="solid"/>
            <a:round/>
            <a:headEnd type="none" w="sm" len="sm"/>
            <a:tailEnd type="none" w="sm" len="sm"/>
          </a:ln>
        </p:spPr>
      </p:sp>
      <p:sp>
        <p:nvSpPr>
          <p:cNvPr id="110" name="Google Shape;110;p3"/>
          <p:cNvSpPr txBox="1"/>
          <p:nvPr/>
        </p:nvSpPr>
        <p:spPr>
          <a:xfrm>
            <a:off x="159875" y="60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11" name="Google Shape;111;p3"/>
          <p:cNvSpPr txBox="1"/>
          <p:nvPr/>
        </p:nvSpPr>
        <p:spPr>
          <a:xfrm>
            <a:off x="1763100" y="4908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Layout 3">
  <p:cSld name="CUSTOM_2_1">
    <p:spTree>
      <p:nvGrpSpPr>
        <p:cNvPr id="1" name="Shape 112"/>
        <p:cNvGrpSpPr/>
        <p:nvPr/>
      </p:nvGrpSpPr>
      <p:grpSpPr>
        <a:xfrm>
          <a:off x="0" y="0"/>
          <a:ext cx="0" cy="0"/>
          <a:chOff x="0" y="0"/>
          <a:chExt cx="0" cy="0"/>
        </a:xfrm>
      </p:grpSpPr>
      <p:cxnSp>
        <p:nvCxnSpPr>
          <p:cNvPr id="113" name="Google Shape;113;p4"/>
          <p:cNvCxnSpPr/>
          <p:nvPr/>
        </p:nvCxnSpPr>
        <p:spPr>
          <a:xfrm>
            <a:off x="417963" y="311025"/>
            <a:ext cx="28200" cy="8777100"/>
          </a:xfrm>
          <a:prstGeom prst="straightConnector1">
            <a:avLst/>
          </a:prstGeom>
          <a:noFill/>
          <a:ln w="9525" cap="flat" cmpd="sng">
            <a:solidFill>
              <a:srgbClr val="B7B7B7"/>
            </a:solidFill>
            <a:prstDash val="solid"/>
            <a:round/>
            <a:headEnd type="none" w="med" len="med"/>
            <a:tailEnd type="none" w="med" len="med"/>
          </a:ln>
        </p:spPr>
      </p:cxnSp>
      <p:grpSp>
        <p:nvGrpSpPr>
          <p:cNvPr id="114" name="Google Shape;114;p4"/>
          <p:cNvGrpSpPr/>
          <p:nvPr/>
        </p:nvGrpSpPr>
        <p:grpSpPr>
          <a:xfrm>
            <a:off x="404725" y="1300475"/>
            <a:ext cx="6908400" cy="72025"/>
            <a:chOff x="404725" y="1681475"/>
            <a:chExt cx="6908400" cy="72025"/>
          </a:xfrm>
        </p:grpSpPr>
        <p:cxnSp>
          <p:nvCxnSpPr>
            <p:cNvPr id="115" name="Google Shape;115;p4"/>
            <p:cNvCxnSpPr/>
            <p:nvPr/>
          </p:nvCxnSpPr>
          <p:spPr>
            <a:xfrm rot="10800000" flipH="1">
              <a:off x="404725" y="1681475"/>
              <a:ext cx="6908400" cy="16800"/>
            </a:xfrm>
            <a:prstGeom prst="straightConnector1">
              <a:avLst/>
            </a:prstGeom>
            <a:noFill/>
            <a:ln w="38100" cap="flat" cmpd="sng">
              <a:solidFill>
                <a:srgbClr val="666666"/>
              </a:solidFill>
              <a:prstDash val="solid"/>
              <a:round/>
              <a:headEnd type="none" w="med" len="med"/>
              <a:tailEnd type="none" w="med" len="med"/>
            </a:ln>
          </p:spPr>
        </p:cxnSp>
        <p:cxnSp>
          <p:nvCxnSpPr>
            <p:cNvPr id="116" name="Google Shape;116;p4"/>
            <p:cNvCxnSpPr/>
            <p:nvPr/>
          </p:nvCxnSpPr>
          <p:spPr>
            <a:xfrm rot="10800000" flipH="1">
              <a:off x="404725" y="1736700"/>
              <a:ext cx="6908400" cy="16800"/>
            </a:xfrm>
            <a:prstGeom prst="straightConnector1">
              <a:avLst/>
            </a:prstGeom>
            <a:noFill/>
            <a:ln w="38100" cap="flat" cmpd="sng">
              <a:solidFill>
                <a:srgbClr val="666666"/>
              </a:solidFill>
              <a:prstDash val="solid"/>
              <a:round/>
              <a:headEnd type="none" w="med" len="med"/>
              <a:tailEnd type="none" w="med" len="med"/>
            </a:ln>
          </p:spPr>
        </p:cxnSp>
      </p:grpSp>
      <p:cxnSp>
        <p:nvCxnSpPr>
          <p:cNvPr id="117" name="Google Shape;117;p4"/>
          <p:cNvCxnSpPr/>
          <p:nvPr/>
        </p:nvCxnSpPr>
        <p:spPr>
          <a:xfrm>
            <a:off x="7326238" y="6225"/>
            <a:ext cx="28200" cy="8777100"/>
          </a:xfrm>
          <a:prstGeom prst="straightConnector1">
            <a:avLst/>
          </a:prstGeom>
          <a:noFill/>
          <a:ln w="9525" cap="flat" cmpd="sng">
            <a:solidFill>
              <a:srgbClr val="B7B7B7"/>
            </a:solidFill>
            <a:prstDash val="solid"/>
            <a:round/>
            <a:headEnd type="none" w="med" len="med"/>
            <a:tailEnd type="none" w="med" len="med"/>
          </a:ln>
        </p:spPr>
      </p:cxnSp>
      <p:cxnSp>
        <p:nvCxnSpPr>
          <p:cNvPr id="118" name="Google Shape;118;p4"/>
          <p:cNvCxnSpPr/>
          <p:nvPr/>
        </p:nvCxnSpPr>
        <p:spPr>
          <a:xfrm rot="10800000">
            <a:off x="438150" y="3276600"/>
            <a:ext cx="6896100" cy="0"/>
          </a:xfrm>
          <a:prstGeom prst="straightConnector1">
            <a:avLst/>
          </a:prstGeom>
          <a:noFill/>
          <a:ln w="9525" cap="flat" cmpd="sng">
            <a:solidFill>
              <a:srgbClr val="CCCCCC"/>
            </a:solidFill>
            <a:prstDash val="solid"/>
            <a:round/>
            <a:headEnd type="none" w="med" len="med"/>
            <a:tailEnd type="none" w="med" len="med"/>
          </a:ln>
        </p:spPr>
      </p:cxnSp>
      <p:cxnSp>
        <p:nvCxnSpPr>
          <p:cNvPr id="119" name="Google Shape;119;p4"/>
          <p:cNvCxnSpPr/>
          <p:nvPr/>
        </p:nvCxnSpPr>
        <p:spPr>
          <a:xfrm>
            <a:off x="3861475" y="3505200"/>
            <a:ext cx="0" cy="5611800"/>
          </a:xfrm>
          <a:prstGeom prst="straightConnector1">
            <a:avLst/>
          </a:prstGeom>
          <a:noFill/>
          <a:ln w="9525" cap="flat" cmpd="sng">
            <a:solidFill>
              <a:srgbClr val="B7B7B7"/>
            </a:solidFill>
            <a:prstDash val="solid"/>
            <a:round/>
            <a:headEnd type="none" w="med" len="med"/>
            <a:tailEnd type="none" w="med" len="med"/>
          </a:ln>
        </p:spPr>
      </p:cxnSp>
      <p:grpSp>
        <p:nvGrpSpPr>
          <p:cNvPr id="120" name="Google Shape;120;p4"/>
          <p:cNvGrpSpPr/>
          <p:nvPr/>
        </p:nvGrpSpPr>
        <p:grpSpPr>
          <a:xfrm>
            <a:off x="417975" y="1504250"/>
            <a:ext cx="2357775" cy="410125"/>
            <a:chOff x="417975" y="1885250"/>
            <a:chExt cx="2357775" cy="410125"/>
          </a:xfrm>
        </p:grpSpPr>
        <p:sp>
          <p:nvSpPr>
            <p:cNvPr id="121" name="Google Shape;121;p4"/>
            <p:cNvSpPr/>
            <p:nvPr/>
          </p:nvSpPr>
          <p:spPr>
            <a:xfrm>
              <a:off x="417975" y="1885250"/>
              <a:ext cx="2020800" cy="410100"/>
            </a:xfrm>
            <a:prstGeom prst="rect">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2" name="Google Shape;122;p4"/>
            <p:cNvSpPr/>
            <p:nvPr/>
          </p:nvSpPr>
          <p:spPr>
            <a:xfrm rot="10800000">
              <a:off x="2236350" y="1885875"/>
              <a:ext cx="539400" cy="409500"/>
            </a:xfrm>
            <a:prstGeom prst="chevron">
              <a:avLst>
                <a:gd name="adj" fmla="val 50000"/>
              </a:avLst>
            </a:prstGeom>
            <a:solidFill>
              <a:srgbClr val="595959"/>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3" name="Google Shape;123;p4"/>
            <p:cNvSpPr/>
            <p:nvPr/>
          </p:nvSpPr>
          <p:spPr>
            <a:xfrm>
              <a:off x="446175" y="1905300"/>
              <a:ext cx="1946700" cy="364200"/>
            </a:xfrm>
            <a:prstGeom prst="rect">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4" name="Google Shape;124;p4"/>
            <p:cNvSpPr/>
            <p:nvPr/>
          </p:nvSpPr>
          <p:spPr>
            <a:xfrm rot="10800000">
              <a:off x="2198100" y="1906000"/>
              <a:ext cx="519600" cy="363600"/>
            </a:xfrm>
            <a:prstGeom prst="chevron">
              <a:avLst>
                <a:gd name="adj" fmla="val 50000"/>
              </a:avLst>
            </a:prstGeom>
            <a:solidFill>
              <a:srgbClr val="B7B7B7"/>
            </a:solidFill>
            <a:ln w="9525" cap="flat" cmpd="sng">
              <a:solidFill>
                <a:srgbClr val="0000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25" name="Google Shape;125;p4"/>
          <p:cNvGrpSpPr/>
          <p:nvPr/>
        </p:nvGrpSpPr>
        <p:grpSpPr>
          <a:xfrm>
            <a:off x="417975" y="3276600"/>
            <a:ext cx="2357775" cy="410125"/>
            <a:chOff x="265575" y="3352800"/>
            <a:chExt cx="2357775" cy="410125"/>
          </a:xfrm>
        </p:grpSpPr>
        <p:sp>
          <p:nvSpPr>
            <p:cNvPr id="126" name="Google Shape;126;p4"/>
            <p:cNvSpPr/>
            <p:nvPr/>
          </p:nvSpPr>
          <p:spPr>
            <a:xfrm>
              <a:off x="265575" y="3352800"/>
              <a:ext cx="2020800" cy="410100"/>
            </a:xfrm>
            <a:prstGeom prst="rect">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7" name="Google Shape;127;p4"/>
            <p:cNvSpPr/>
            <p:nvPr/>
          </p:nvSpPr>
          <p:spPr>
            <a:xfrm rot="10800000">
              <a:off x="2083950" y="3353425"/>
              <a:ext cx="539400" cy="409500"/>
            </a:xfrm>
            <a:prstGeom prst="chevron">
              <a:avLst>
                <a:gd name="adj" fmla="val 50000"/>
              </a:avLst>
            </a:prstGeom>
            <a:solidFill>
              <a:srgbClr val="595959"/>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8" name="Google Shape;128;p4"/>
            <p:cNvSpPr/>
            <p:nvPr/>
          </p:nvSpPr>
          <p:spPr>
            <a:xfrm>
              <a:off x="293775" y="3372850"/>
              <a:ext cx="1946700" cy="364200"/>
            </a:xfrm>
            <a:prstGeom prst="rect">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29" name="Google Shape;129;p4"/>
            <p:cNvSpPr/>
            <p:nvPr/>
          </p:nvSpPr>
          <p:spPr>
            <a:xfrm rot="10800000">
              <a:off x="2045700" y="3373550"/>
              <a:ext cx="519600" cy="363600"/>
            </a:xfrm>
            <a:prstGeom prst="chevron">
              <a:avLst>
                <a:gd name="adj" fmla="val 50000"/>
              </a:avLst>
            </a:prstGeom>
            <a:solidFill>
              <a:srgbClr val="B7B7B7"/>
            </a:solidFill>
            <a:ln w="9525" cap="flat" cmpd="sng">
              <a:solidFill>
                <a:srgbClr val="FF00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0" name="Google Shape;130;p4"/>
          <p:cNvGrpSpPr/>
          <p:nvPr/>
        </p:nvGrpSpPr>
        <p:grpSpPr>
          <a:xfrm>
            <a:off x="3872044" y="3276600"/>
            <a:ext cx="2747987" cy="410125"/>
            <a:chOff x="3567313" y="3200400"/>
            <a:chExt cx="2357775" cy="410125"/>
          </a:xfrm>
        </p:grpSpPr>
        <p:sp>
          <p:nvSpPr>
            <p:cNvPr id="131" name="Google Shape;131;p4"/>
            <p:cNvSpPr/>
            <p:nvPr/>
          </p:nvSpPr>
          <p:spPr>
            <a:xfrm>
              <a:off x="3567313" y="3200400"/>
              <a:ext cx="2020800" cy="410100"/>
            </a:xfrm>
            <a:prstGeom prst="rect">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2" name="Google Shape;132;p4"/>
            <p:cNvSpPr/>
            <p:nvPr/>
          </p:nvSpPr>
          <p:spPr>
            <a:xfrm rot="10800000">
              <a:off x="5385688" y="3201025"/>
              <a:ext cx="539400" cy="409500"/>
            </a:xfrm>
            <a:prstGeom prst="chevron">
              <a:avLst>
                <a:gd name="adj" fmla="val 50000"/>
              </a:avLst>
            </a:prstGeom>
            <a:solidFill>
              <a:srgbClr val="595959"/>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3" name="Google Shape;133;p4"/>
            <p:cNvSpPr/>
            <p:nvPr/>
          </p:nvSpPr>
          <p:spPr>
            <a:xfrm>
              <a:off x="3595513" y="3220450"/>
              <a:ext cx="1946700" cy="364200"/>
            </a:xfrm>
            <a:prstGeom prst="rect">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4" name="Google Shape;134;p4"/>
            <p:cNvSpPr/>
            <p:nvPr/>
          </p:nvSpPr>
          <p:spPr>
            <a:xfrm rot="10800000">
              <a:off x="5393639" y="3221150"/>
              <a:ext cx="473400" cy="363600"/>
            </a:xfrm>
            <a:prstGeom prst="chevron">
              <a:avLst>
                <a:gd name="adj" fmla="val 50000"/>
              </a:avLst>
            </a:prstGeom>
            <a:solidFill>
              <a:srgbClr val="B7B7B7"/>
            </a:solidFill>
            <a:ln w="9525" cap="flat" cmpd="sng">
              <a:solidFill>
                <a:srgbClr val="FFFF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grpSp>
        <p:nvGrpSpPr>
          <p:cNvPr id="135" name="Google Shape;135;p4"/>
          <p:cNvGrpSpPr/>
          <p:nvPr/>
        </p:nvGrpSpPr>
        <p:grpSpPr>
          <a:xfrm>
            <a:off x="417963" y="6597750"/>
            <a:ext cx="2357775" cy="410125"/>
            <a:chOff x="-39237" y="6140550"/>
            <a:chExt cx="2357775" cy="410125"/>
          </a:xfrm>
        </p:grpSpPr>
        <p:sp>
          <p:nvSpPr>
            <p:cNvPr id="136" name="Google Shape;136;p4"/>
            <p:cNvSpPr/>
            <p:nvPr/>
          </p:nvSpPr>
          <p:spPr>
            <a:xfrm>
              <a:off x="-39237" y="6140550"/>
              <a:ext cx="2020800" cy="410100"/>
            </a:xfrm>
            <a:prstGeom prst="rect">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7" name="Google Shape;137;p4"/>
            <p:cNvSpPr/>
            <p:nvPr/>
          </p:nvSpPr>
          <p:spPr>
            <a:xfrm rot="10800000">
              <a:off x="1779138" y="6141175"/>
              <a:ext cx="539400" cy="409500"/>
            </a:xfrm>
            <a:prstGeom prst="chevron">
              <a:avLst>
                <a:gd name="adj" fmla="val 50000"/>
              </a:avLst>
            </a:prstGeom>
            <a:solidFill>
              <a:srgbClr val="595959"/>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8" name="Google Shape;138;p4"/>
            <p:cNvSpPr/>
            <p:nvPr/>
          </p:nvSpPr>
          <p:spPr>
            <a:xfrm>
              <a:off x="-11037" y="6160600"/>
              <a:ext cx="1946700" cy="364200"/>
            </a:xfrm>
            <a:prstGeom prst="rect">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139" name="Google Shape;139;p4"/>
            <p:cNvSpPr/>
            <p:nvPr/>
          </p:nvSpPr>
          <p:spPr>
            <a:xfrm rot="10800000">
              <a:off x="1740888" y="6161300"/>
              <a:ext cx="519600" cy="363600"/>
            </a:xfrm>
            <a:prstGeom prst="chevron">
              <a:avLst>
                <a:gd name="adj" fmla="val 50000"/>
              </a:avLst>
            </a:prstGeom>
            <a:solidFill>
              <a:srgbClr val="B7B7B7"/>
            </a:solidFill>
            <a:ln w="9525" cap="flat" cmpd="sng">
              <a:solidFill>
                <a:srgbClr val="38761D"/>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grpSp>
      <p:sp>
        <p:nvSpPr>
          <p:cNvPr id="140" name="Google Shape;140;p4"/>
          <p:cNvSpPr txBox="1"/>
          <p:nvPr/>
        </p:nvSpPr>
        <p:spPr>
          <a:xfrm>
            <a:off x="402100" y="1527525"/>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OVERVIEW</a:t>
            </a:r>
            <a:endParaRPr b="1">
              <a:latin typeface="Google Sans"/>
              <a:ea typeface="Google Sans"/>
              <a:cs typeface="Google Sans"/>
              <a:sym typeface="Google Sans"/>
            </a:endParaRPr>
          </a:p>
        </p:txBody>
      </p:sp>
      <p:sp>
        <p:nvSpPr>
          <p:cNvPr id="141" name="Google Shape;141;p4"/>
          <p:cNvSpPr txBox="1"/>
          <p:nvPr/>
        </p:nvSpPr>
        <p:spPr>
          <a:xfrm>
            <a:off x="476200" y="3276599"/>
            <a:ext cx="17991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PROJECT STATUS </a:t>
            </a:r>
            <a:endParaRPr b="1">
              <a:latin typeface="Google Sans"/>
              <a:ea typeface="Google Sans"/>
              <a:cs typeface="Google Sans"/>
              <a:sym typeface="Google Sans"/>
            </a:endParaRPr>
          </a:p>
        </p:txBody>
      </p:sp>
      <p:sp>
        <p:nvSpPr>
          <p:cNvPr id="142" name="Google Shape;142;p4"/>
          <p:cNvSpPr txBox="1"/>
          <p:nvPr/>
        </p:nvSpPr>
        <p:spPr>
          <a:xfrm>
            <a:off x="623225" y="6602713"/>
            <a:ext cx="19473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NEXT STEPS </a:t>
            </a:r>
            <a:endParaRPr b="1">
              <a:latin typeface="Google Sans"/>
              <a:ea typeface="Google Sans"/>
              <a:cs typeface="Google Sans"/>
              <a:sym typeface="Google Sans"/>
            </a:endParaRPr>
          </a:p>
        </p:txBody>
      </p:sp>
      <p:sp>
        <p:nvSpPr>
          <p:cNvPr id="143" name="Google Shape;143;p4"/>
          <p:cNvSpPr txBox="1"/>
          <p:nvPr/>
        </p:nvSpPr>
        <p:spPr>
          <a:xfrm>
            <a:off x="3848750" y="3276600"/>
            <a:ext cx="16734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latin typeface="Google Sans"/>
                <a:ea typeface="Google Sans"/>
                <a:cs typeface="Google Sans"/>
                <a:sym typeface="Google Sans"/>
              </a:rPr>
              <a:t>KEY INSIGHTS </a:t>
            </a:r>
            <a:endParaRPr b="1">
              <a:latin typeface="Google Sans"/>
              <a:ea typeface="Google Sans"/>
              <a:cs typeface="Google Sans"/>
              <a:sym typeface="Google Sans"/>
            </a:endParaRPr>
          </a:p>
        </p:txBody>
      </p:sp>
      <p:sp>
        <p:nvSpPr>
          <p:cNvPr id="144" name="Google Shape;144;p4"/>
          <p:cNvSpPr txBox="1"/>
          <p:nvPr/>
        </p:nvSpPr>
        <p:spPr>
          <a:xfrm>
            <a:off x="413425" y="1939675"/>
            <a:ext cx="6896100" cy="1027500"/>
          </a:xfrm>
          <a:prstGeom prst="rect">
            <a:avLst/>
          </a:prstGeom>
          <a:noFill/>
          <a:ln>
            <a:noFill/>
          </a:ln>
        </p:spPr>
        <p:txBody>
          <a:bodyPr spcFirstLastPara="1" wrap="square" lIns="91425"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5" name="Google Shape;145;p4"/>
          <p:cNvSpPr txBox="1"/>
          <p:nvPr/>
        </p:nvSpPr>
        <p:spPr>
          <a:xfrm>
            <a:off x="438138" y="3915350"/>
            <a:ext cx="3108300" cy="23700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6" name="Google Shape;146;p4"/>
          <p:cNvSpPr txBox="1"/>
          <p:nvPr/>
        </p:nvSpPr>
        <p:spPr>
          <a:xfrm>
            <a:off x="438150" y="7050750"/>
            <a:ext cx="3108300" cy="22554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7" name="Google Shape;147;p4"/>
          <p:cNvSpPr txBox="1"/>
          <p:nvPr/>
        </p:nvSpPr>
        <p:spPr>
          <a:xfrm>
            <a:off x="3905525" y="4039263"/>
            <a:ext cx="3219000" cy="2604300"/>
          </a:xfrm>
          <a:prstGeom prst="rect">
            <a:avLst/>
          </a:prstGeom>
          <a:noFill/>
          <a:ln>
            <a:noFill/>
          </a:ln>
        </p:spPr>
        <p:txBody>
          <a:bodyPr spcFirstLastPara="1" wrap="square" lIns="57150" tIns="91425" rIns="91425" bIns="91425" anchor="t" anchorCtr="0">
            <a:normAutofit/>
          </a:bodyPr>
          <a:lstStyle/>
          <a:p>
            <a:pPr marL="0" lvl="0" indent="0" algn="l" rtl="0">
              <a:lnSpc>
                <a:spcPct val="115000"/>
              </a:lnSpc>
              <a:spcBef>
                <a:spcPts val="0"/>
              </a:spcBef>
              <a:spcAft>
                <a:spcPts val="1200"/>
              </a:spcAft>
              <a:buNone/>
            </a:pPr>
            <a:endParaRPr sz="1200">
              <a:solidFill>
                <a:srgbClr val="595959"/>
              </a:solidFill>
              <a:latin typeface="Google Sans"/>
              <a:ea typeface="Google Sans"/>
              <a:cs typeface="Google Sans"/>
              <a:sym typeface="Google Sans"/>
            </a:endParaRPr>
          </a:p>
        </p:txBody>
      </p:sp>
      <p:sp>
        <p:nvSpPr>
          <p:cNvPr id="148" name="Google Shape;148;p4"/>
          <p:cNvSpPr txBox="1"/>
          <p:nvPr/>
        </p:nvSpPr>
        <p:spPr>
          <a:xfrm>
            <a:off x="4183575" y="9228125"/>
            <a:ext cx="3086700" cy="285000"/>
          </a:xfrm>
          <a:prstGeom prst="rect">
            <a:avLst/>
          </a:prstGeom>
          <a:noFill/>
          <a:ln>
            <a:noFill/>
          </a:ln>
        </p:spPr>
        <p:txBody>
          <a:bodyPr spcFirstLastPara="1" wrap="square" lIns="91425" tIns="91425" rIns="91425" bIns="91425" anchor="t" anchorCtr="0">
            <a:normAutofit fontScale="25000" lnSpcReduction="20000"/>
          </a:bodyPr>
          <a:lstStyle/>
          <a:p>
            <a:pPr marL="0" lvl="0" indent="0" algn="l" rtl="0">
              <a:lnSpc>
                <a:spcPct val="115000"/>
              </a:lnSpc>
              <a:spcBef>
                <a:spcPts val="0"/>
              </a:spcBef>
              <a:spcAft>
                <a:spcPts val="1200"/>
              </a:spcAft>
              <a:buNone/>
            </a:pPr>
            <a:endParaRPr sz="1100" i="1">
              <a:solidFill>
                <a:srgbClr val="595959"/>
              </a:solidFill>
              <a:latin typeface="Google Sans"/>
              <a:ea typeface="Google Sans"/>
              <a:cs typeface="Google Sans"/>
              <a:sym typeface="Google Sans"/>
            </a:endParaRPr>
          </a:p>
        </p:txBody>
      </p:sp>
      <p:sp>
        <p:nvSpPr>
          <p:cNvPr id="149" name="Google Shape;149;p4"/>
          <p:cNvSpPr txBox="1"/>
          <p:nvPr/>
        </p:nvSpPr>
        <p:spPr>
          <a:xfrm>
            <a:off x="159875" y="441000"/>
            <a:ext cx="7458900" cy="507900"/>
          </a:xfrm>
          <a:prstGeom prst="rect">
            <a:avLst/>
          </a:prstGeom>
          <a:noFill/>
          <a:ln>
            <a:noFill/>
          </a:ln>
          <a:effectLst>
            <a:outerShdw blurRad="57150" dist="19050" dir="5400000" algn="bl" rotWithShape="0">
              <a:srgbClr val="000000">
                <a:alpha val="50000"/>
              </a:srgbClr>
            </a:outerShdw>
          </a:effectLst>
        </p:spPr>
        <p:txBody>
          <a:bodyPr spcFirstLastPara="1" wrap="square" lIns="91425" tIns="91425" rIns="91425" bIns="91425" anchor="t" anchorCtr="0">
            <a:spAutoFit/>
          </a:bodyPr>
          <a:lstStyle/>
          <a:p>
            <a:pPr marL="0" lvl="0" indent="0" algn="ctr" rtl="0">
              <a:spcBef>
                <a:spcPts val="0"/>
              </a:spcBef>
              <a:spcAft>
                <a:spcPts val="0"/>
              </a:spcAft>
              <a:buNone/>
            </a:pPr>
            <a:r>
              <a:rPr lang="en" sz="2100" b="1">
                <a:latin typeface="Google Sans"/>
                <a:ea typeface="Google Sans"/>
                <a:cs typeface="Google Sans"/>
                <a:sym typeface="Google Sans"/>
              </a:rPr>
              <a:t>Click here to edit title</a:t>
            </a:r>
            <a:endParaRPr sz="2100" b="1">
              <a:latin typeface="Google Sans"/>
              <a:ea typeface="Google Sans"/>
              <a:cs typeface="Google Sans"/>
              <a:sym typeface="Google Sans"/>
            </a:endParaRPr>
          </a:p>
        </p:txBody>
      </p:sp>
      <p:sp>
        <p:nvSpPr>
          <p:cNvPr id="150" name="Google Shape;150;p4"/>
          <p:cNvSpPr txBox="1"/>
          <p:nvPr/>
        </p:nvSpPr>
        <p:spPr>
          <a:xfrm>
            <a:off x="1763100" y="948050"/>
            <a:ext cx="4246200" cy="3693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1200"/>
              </a:spcAft>
              <a:buNone/>
            </a:pPr>
            <a:r>
              <a:rPr lang="en" sz="1200">
                <a:latin typeface="PT Sans Narrow"/>
                <a:ea typeface="PT Sans Narrow"/>
                <a:cs typeface="PT Sans Narrow"/>
                <a:sym typeface="PT Sans Narrow"/>
              </a:rPr>
              <a:t>Click here to edit subtitle</a:t>
            </a:r>
            <a:endParaRPr sz="1200">
              <a:solidFill>
                <a:srgbClr val="000000"/>
              </a:solidFill>
              <a:latin typeface="PT Sans Narrow"/>
              <a:ea typeface="PT Sans Narrow"/>
              <a:cs typeface="PT Sans Narrow"/>
              <a:sym typeface="PT Sans Narrow"/>
            </a:endParaRPr>
          </a:p>
        </p:txBody>
      </p:sp>
      <p:sp>
        <p:nvSpPr>
          <p:cNvPr id="151" name="Google Shape;151;p4"/>
          <p:cNvSpPr>
            <a:spLocks noGrp="1"/>
          </p:cNvSpPr>
          <p:nvPr>
            <p:ph type="pic" idx="2"/>
          </p:nvPr>
        </p:nvSpPr>
        <p:spPr>
          <a:xfrm>
            <a:off x="4076163" y="6199700"/>
            <a:ext cx="3035400" cy="2495700"/>
          </a:xfrm>
          <a:prstGeom prst="rect">
            <a:avLst/>
          </a:prstGeom>
          <a:noFill/>
          <a:ln w="19050" cap="flat" cmpd="sng">
            <a:solidFill>
              <a:srgbClr val="000000"/>
            </a:solidFill>
            <a:prstDash val="solid"/>
            <a:round/>
            <a:headEnd type="none" w="sm" len="sm"/>
            <a:tailEnd type="none" w="sm" len="sm"/>
          </a:ln>
        </p:spPr>
      </p:sp>
      <p:sp>
        <p:nvSpPr>
          <p:cNvPr id="152" name="Google Shape;152;p4"/>
          <p:cNvSpPr txBox="1"/>
          <p:nvPr/>
        </p:nvSpPr>
        <p:spPr>
          <a:xfrm>
            <a:off x="4007763" y="8695400"/>
            <a:ext cx="3172200" cy="285000"/>
          </a:xfrm>
          <a:prstGeom prst="rect">
            <a:avLst/>
          </a:prstGeom>
          <a:noFill/>
          <a:ln>
            <a:noFill/>
          </a:ln>
        </p:spPr>
        <p:txBody>
          <a:bodyPr spcFirstLastPara="1" wrap="square" lIns="91425" tIns="91425" rIns="91425" bIns="91425" anchor="t" anchorCtr="0">
            <a:normAutofit fontScale="62500" lnSpcReduction="20000"/>
          </a:bodyPr>
          <a:lstStyle/>
          <a:p>
            <a:pPr marL="0" lvl="0" indent="0" algn="l" rtl="0">
              <a:lnSpc>
                <a:spcPct val="105000"/>
              </a:lnSpc>
              <a:spcBef>
                <a:spcPts val="0"/>
              </a:spcBef>
              <a:spcAft>
                <a:spcPts val="0"/>
              </a:spcAft>
              <a:buNone/>
            </a:pPr>
            <a:r>
              <a:rPr lang="en" sz="1100" i="1">
                <a:latin typeface="Lato"/>
                <a:ea typeface="Lato"/>
                <a:cs typeface="Lato"/>
                <a:sym typeface="Lato"/>
              </a:rPr>
              <a:t>Image Alt-Text Here</a:t>
            </a:r>
            <a:endParaRPr sz="1100" i="1">
              <a:solidFill>
                <a:srgbClr val="000000"/>
              </a:solidFill>
              <a:latin typeface="Lato"/>
              <a:ea typeface="Lato"/>
              <a:cs typeface="Lato"/>
              <a:sym typeface="Lato"/>
            </a:endParaRPr>
          </a:p>
        </p:txBody>
      </p:sp>
    </p:spTree>
  </p:cSld>
  <p:clrMapOvr>
    <a:masterClrMapping/>
  </p:clrMapOvr>
  <p:extLst>
    <p:ext uri="{DCECCB84-F9BA-43D5-87BE-67443E8EF086}">
      <p15:sldGuideLst xmlns:p15="http://schemas.microsoft.com/office/powerpoint/2012/main">
        <p15:guide id="1" pos="255">
          <p15:clr>
            <a:srgbClr val="FA7B17"/>
          </p15:clr>
        </p15:guide>
        <p15:guide id="2" orient="horz" pos="2922">
          <p15:clr>
            <a:srgbClr val="FA7B17"/>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Layout 4">
  <p:cSld name="CUSTOM">
    <p:spTree>
      <p:nvGrpSpPr>
        <p:cNvPr id="1" name="Shape 153"/>
        <p:cNvGrpSpPr/>
        <p:nvPr/>
      </p:nvGrpSpPr>
      <p:grpSpPr>
        <a:xfrm>
          <a:off x="0" y="0"/>
          <a:ext cx="0" cy="0"/>
          <a:chOff x="0" y="0"/>
          <a:chExt cx="0" cy="0"/>
        </a:xfrm>
      </p:grpSpPr>
      <p:sp>
        <p:nvSpPr>
          <p:cNvPr id="154" name="Google Shape;154;p5"/>
          <p:cNvSpPr/>
          <p:nvPr/>
        </p:nvSpPr>
        <p:spPr>
          <a:xfrm flipH="1">
            <a:off x="2748900" y="9168075"/>
            <a:ext cx="5023500" cy="890400"/>
          </a:xfrm>
          <a:prstGeom prst="rtTriangle">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sp>
        <p:nvSpPr>
          <p:cNvPr id="155" name="Google Shape;155;p5"/>
          <p:cNvSpPr/>
          <p:nvPr/>
        </p:nvSpPr>
        <p:spPr>
          <a:xfrm>
            <a:off x="0" y="9168075"/>
            <a:ext cx="4138800" cy="890400"/>
          </a:xfrm>
          <a:prstGeom prst="rtTriangle">
            <a:avLst/>
          </a:prstGeom>
          <a:solidFill>
            <a:srgbClr val="DB4437"/>
          </a:solidFill>
          <a:ln w="9525" cap="flat" cmpd="sng">
            <a:solidFill>
              <a:srgbClr val="B7B7B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latin typeface="Google Sans"/>
              <a:ea typeface="Google Sans"/>
              <a:cs typeface="Google Sans"/>
              <a:sym typeface="Google Sans"/>
            </a:endParaRPr>
          </a:p>
        </p:txBody>
      </p:sp>
      <p:grpSp>
        <p:nvGrpSpPr>
          <p:cNvPr id="156" name="Google Shape;156;p5"/>
          <p:cNvGrpSpPr/>
          <p:nvPr/>
        </p:nvGrpSpPr>
        <p:grpSpPr>
          <a:xfrm>
            <a:off x="95351" y="1392509"/>
            <a:ext cx="7581691" cy="5901"/>
            <a:chOff x="1890075" y="5241175"/>
            <a:chExt cx="4240556" cy="257700"/>
          </a:xfrm>
        </p:grpSpPr>
        <p:sp>
          <p:nvSpPr>
            <p:cNvPr id="157" name="Google Shape;157;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8" name="Google Shape;158;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59" name="Google Shape;159;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0" name="Google Shape;160;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grpSp>
        <p:nvGrpSpPr>
          <p:cNvPr id="161" name="Google Shape;161;p5"/>
          <p:cNvGrpSpPr/>
          <p:nvPr/>
        </p:nvGrpSpPr>
        <p:grpSpPr>
          <a:xfrm>
            <a:off x="95351" y="4542984"/>
            <a:ext cx="7581691" cy="5901"/>
            <a:chOff x="1890075" y="5241175"/>
            <a:chExt cx="4240556" cy="257700"/>
          </a:xfrm>
        </p:grpSpPr>
        <p:sp>
          <p:nvSpPr>
            <p:cNvPr id="162" name="Google Shape;16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3" name="Google Shape;16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4" name="Google Shape;16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65" name="Google Shape;16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66" name="Google Shape;166;p5"/>
          <p:cNvSpPr/>
          <p:nvPr/>
        </p:nvSpPr>
        <p:spPr>
          <a:xfrm>
            <a:off x="432000" y="1624350"/>
            <a:ext cx="1598400" cy="269100"/>
          </a:xfrm>
          <a:prstGeom prst="rect">
            <a:avLst/>
          </a:prstGeom>
          <a:solidFill>
            <a:srgbClr val="4285F4"/>
          </a:solidFill>
          <a:ln w="9525" cap="flat" cmpd="sng">
            <a:solidFill>
              <a:srgbClr val="4285F4"/>
            </a:solidFill>
            <a:prstDash val="solid"/>
            <a:round/>
            <a:headEnd type="none" w="sm" len="sm"/>
            <a:tailEnd type="none" w="sm" len="sm"/>
          </a:ln>
          <a:effectLst>
            <a:outerShdw blurRad="57150" dist="19050" dir="5400000" algn="bl" rotWithShape="0">
              <a:srgbClr val="EEEEEE">
                <a:alpha val="50000"/>
              </a:srgbClr>
            </a:outerShdw>
          </a:effectLst>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Overview </a:t>
            </a:r>
            <a:endParaRPr b="1">
              <a:solidFill>
                <a:srgbClr val="000000"/>
              </a:solidFill>
              <a:latin typeface="Google Sans"/>
              <a:ea typeface="Google Sans"/>
              <a:cs typeface="Google Sans"/>
              <a:sym typeface="Google Sans"/>
            </a:endParaRPr>
          </a:p>
        </p:txBody>
      </p:sp>
      <p:sp>
        <p:nvSpPr>
          <p:cNvPr id="167" name="Google Shape;167;p5"/>
          <p:cNvSpPr/>
          <p:nvPr/>
        </p:nvSpPr>
        <p:spPr>
          <a:xfrm>
            <a:off x="432000" y="2620004"/>
            <a:ext cx="1598400" cy="2850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Problem</a:t>
            </a:r>
            <a:endParaRPr b="1">
              <a:solidFill>
                <a:srgbClr val="000000"/>
              </a:solidFill>
              <a:latin typeface="Google Sans"/>
              <a:ea typeface="Google Sans"/>
              <a:cs typeface="Google Sans"/>
              <a:sym typeface="Google Sans"/>
            </a:endParaRPr>
          </a:p>
        </p:txBody>
      </p:sp>
      <p:sp>
        <p:nvSpPr>
          <p:cNvPr id="168" name="Google Shape;168;p5"/>
          <p:cNvSpPr/>
          <p:nvPr/>
        </p:nvSpPr>
        <p:spPr>
          <a:xfrm>
            <a:off x="432000" y="3615673"/>
            <a:ext cx="1598400" cy="2691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Solution</a:t>
            </a:r>
            <a:endParaRPr b="1">
              <a:solidFill>
                <a:srgbClr val="000000"/>
              </a:solidFill>
              <a:latin typeface="Google Sans"/>
              <a:ea typeface="Google Sans"/>
              <a:cs typeface="Google Sans"/>
              <a:sym typeface="Google Sans"/>
            </a:endParaRPr>
          </a:p>
        </p:txBody>
      </p:sp>
      <p:sp>
        <p:nvSpPr>
          <p:cNvPr id="169" name="Google Shape;169;p5"/>
          <p:cNvSpPr/>
          <p:nvPr/>
        </p:nvSpPr>
        <p:spPr>
          <a:xfrm>
            <a:off x="432000" y="4676196"/>
            <a:ext cx="1598400" cy="2850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Details </a:t>
            </a:r>
            <a:endParaRPr b="1">
              <a:solidFill>
                <a:srgbClr val="000000"/>
              </a:solidFill>
              <a:latin typeface="Google Sans"/>
              <a:ea typeface="Google Sans"/>
              <a:cs typeface="Google Sans"/>
              <a:sym typeface="Google Sans"/>
            </a:endParaRPr>
          </a:p>
        </p:txBody>
      </p:sp>
      <p:sp>
        <p:nvSpPr>
          <p:cNvPr id="170" name="Google Shape;170;p5"/>
          <p:cNvSpPr/>
          <p:nvPr/>
        </p:nvSpPr>
        <p:spPr>
          <a:xfrm>
            <a:off x="432000" y="8296570"/>
            <a:ext cx="1598400" cy="2691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ctr" rtl="0">
              <a:spcBef>
                <a:spcPts val="0"/>
              </a:spcBef>
              <a:spcAft>
                <a:spcPts val="0"/>
              </a:spcAft>
              <a:buNone/>
            </a:pPr>
            <a:r>
              <a:rPr lang="en" b="1">
                <a:solidFill>
                  <a:srgbClr val="000000"/>
                </a:solidFill>
                <a:latin typeface="Google Sans"/>
                <a:ea typeface="Google Sans"/>
                <a:cs typeface="Google Sans"/>
                <a:sym typeface="Google Sans"/>
              </a:rPr>
              <a:t>Next Steps </a:t>
            </a:r>
            <a:endParaRPr b="1">
              <a:solidFill>
                <a:srgbClr val="000000"/>
              </a:solidFill>
              <a:latin typeface="Google Sans"/>
              <a:ea typeface="Google Sans"/>
              <a:cs typeface="Google Sans"/>
              <a:sym typeface="Google Sans"/>
            </a:endParaRPr>
          </a:p>
        </p:txBody>
      </p:sp>
      <p:grpSp>
        <p:nvGrpSpPr>
          <p:cNvPr id="171" name="Google Shape;171;p5"/>
          <p:cNvGrpSpPr/>
          <p:nvPr/>
        </p:nvGrpSpPr>
        <p:grpSpPr>
          <a:xfrm>
            <a:off x="95351" y="8200359"/>
            <a:ext cx="7581691" cy="5901"/>
            <a:chOff x="1890075" y="5241175"/>
            <a:chExt cx="4240556" cy="257700"/>
          </a:xfrm>
        </p:grpSpPr>
        <p:sp>
          <p:nvSpPr>
            <p:cNvPr id="172" name="Google Shape;172;p5"/>
            <p:cNvSpPr/>
            <p:nvPr/>
          </p:nvSpPr>
          <p:spPr>
            <a:xfrm rot="-5400000">
              <a:off x="2291325" y="4839925"/>
              <a:ext cx="257700" cy="1060200"/>
            </a:xfrm>
            <a:prstGeom prst="rect">
              <a:avLst/>
            </a:prstGeom>
            <a:solidFill>
              <a:srgbClr val="4285F4"/>
            </a:solidFill>
            <a:ln w="9525" cap="flat" cmpd="sng">
              <a:solidFill>
                <a:srgbClr val="4285F4"/>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3" name="Google Shape;173;p5"/>
            <p:cNvSpPr/>
            <p:nvPr/>
          </p:nvSpPr>
          <p:spPr>
            <a:xfrm rot="-5400000">
              <a:off x="3351444" y="4839925"/>
              <a:ext cx="257700" cy="1060200"/>
            </a:xfrm>
            <a:prstGeom prst="rect">
              <a:avLst/>
            </a:prstGeom>
            <a:solidFill>
              <a:srgbClr val="DB4437"/>
            </a:solidFill>
            <a:ln w="9525" cap="flat" cmpd="sng">
              <a:solidFill>
                <a:srgbClr val="DB4437"/>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4" name="Google Shape;174;p5"/>
            <p:cNvSpPr/>
            <p:nvPr/>
          </p:nvSpPr>
          <p:spPr>
            <a:xfrm rot="-5400000">
              <a:off x="4411563" y="4839925"/>
              <a:ext cx="257700" cy="1060200"/>
            </a:xfrm>
            <a:prstGeom prst="rect">
              <a:avLst/>
            </a:prstGeom>
            <a:solidFill>
              <a:srgbClr val="F4B400"/>
            </a:solidFill>
            <a:ln w="9525" cap="flat" cmpd="sng">
              <a:solidFill>
                <a:srgbClr val="F4B400"/>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sp>
          <p:nvSpPr>
            <p:cNvPr id="175" name="Google Shape;175;p5"/>
            <p:cNvSpPr/>
            <p:nvPr/>
          </p:nvSpPr>
          <p:spPr>
            <a:xfrm rot="-5400000">
              <a:off x="5471681" y="4839925"/>
              <a:ext cx="257700" cy="1060200"/>
            </a:xfrm>
            <a:prstGeom prst="rect">
              <a:avLst/>
            </a:prstGeom>
            <a:solidFill>
              <a:srgbClr val="0F9D58"/>
            </a:solidFill>
            <a:ln w="9525" cap="flat" cmpd="sng">
              <a:solidFill>
                <a:srgbClr val="0F9D58"/>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solidFill>
                  <a:srgbClr val="595959"/>
                </a:solidFill>
              </a:endParaRPr>
            </a:p>
          </p:txBody>
        </p:sp>
      </p:grpSp>
      <p:sp>
        <p:nvSpPr>
          <p:cNvPr id="176" name="Google Shape;176;p5"/>
          <p:cNvSpPr>
            <a:spLocks noGrp="1"/>
          </p:cNvSpPr>
          <p:nvPr>
            <p:ph type="pic" idx="2"/>
          </p:nvPr>
        </p:nvSpPr>
        <p:spPr>
          <a:xfrm>
            <a:off x="4394725" y="4961200"/>
            <a:ext cx="3035400" cy="2495700"/>
          </a:xfrm>
          <a:prstGeom prst="rect">
            <a:avLst/>
          </a:prstGeom>
          <a:noFill/>
          <a:ln w="19050" cap="flat" cmpd="sng">
            <a:solidFill>
              <a:srgbClr val="000000"/>
            </a:solidFill>
            <a:prstDash val="solid"/>
            <a:round/>
            <a:headEnd type="none" w="sm" len="sm"/>
            <a:tailEnd type="none" w="sm" len="sm"/>
          </a:ln>
        </p:spPr>
        <p:txBody>
          <a:bodyPr/>
          <a:lstStyle/>
          <a:p>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DO NOT USE ">
  <p:cSld name="TITLE_2_1">
    <p:spTree>
      <p:nvGrpSpPr>
        <p:cNvPr id="1" name="Shape 177"/>
        <p:cNvGrpSpPr/>
        <p:nvPr/>
      </p:nvGrpSpPr>
      <p:grpSpPr>
        <a:xfrm>
          <a:off x="0" y="0"/>
          <a:ext cx="0" cy="0"/>
          <a:chOff x="0" y="0"/>
          <a:chExt cx="0" cy="0"/>
        </a:xfrm>
      </p:grpSpPr>
      <p:sp>
        <p:nvSpPr>
          <p:cNvPr id="178" name="Google Shape;178;p6"/>
          <p:cNvSpPr txBox="1"/>
          <p:nvPr/>
        </p:nvSpPr>
        <p:spPr>
          <a:xfrm>
            <a:off x="3993321" y="9367991"/>
            <a:ext cx="3693900" cy="734400"/>
          </a:xfrm>
          <a:prstGeom prst="rect">
            <a:avLst/>
          </a:prstGeom>
          <a:noFill/>
          <a:ln>
            <a:noFill/>
          </a:ln>
        </p:spPr>
        <p:txBody>
          <a:bodyPr spcFirstLastPara="1" wrap="square" lIns="91425" tIns="91425" rIns="91425" bIns="91425" anchor="t" anchorCtr="0">
            <a:noAutofit/>
          </a:bodyPr>
          <a:lstStyle/>
          <a:p>
            <a:pPr marL="0" lvl="0" indent="0" algn="r" rtl="0">
              <a:spcBef>
                <a:spcPts val="0"/>
              </a:spcBef>
              <a:spcAft>
                <a:spcPts val="0"/>
              </a:spcAft>
              <a:buNone/>
            </a:pPr>
            <a:r>
              <a:rPr lang="en" sz="600">
                <a:solidFill>
                  <a:srgbClr val="FFFFFF"/>
                </a:solidFill>
                <a:latin typeface="Roboto"/>
                <a:ea typeface="Roboto"/>
                <a:cs typeface="Roboto"/>
                <a:sym typeface="Roboto"/>
              </a:rPr>
              <a:t>Source:  Lorem ipsum dolor sit amet, consectetur adipiscing elit. Duis non erat sem</a:t>
            </a:r>
            <a:endParaRPr sz="600">
              <a:solidFill>
                <a:srgbClr val="FFFFFF"/>
              </a:solidFill>
              <a:latin typeface="Roboto"/>
              <a:ea typeface="Roboto"/>
              <a:cs typeface="Roboto"/>
              <a:sym typeface="Roboto"/>
            </a:endParaRPr>
          </a:p>
        </p:txBody>
      </p:sp>
      <p:grpSp>
        <p:nvGrpSpPr>
          <p:cNvPr id="179" name="Google Shape;179;p6"/>
          <p:cNvGrpSpPr/>
          <p:nvPr/>
        </p:nvGrpSpPr>
        <p:grpSpPr>
          <a:xfrm>
            <a:off x="-16250" y="9048087"/>
            <a:ext cx="7804900" cy="1072407"/>
            <a:chOff x="-19118" y="4617750"/>
            <a:chExt cx="9182236" cy="548378"/>
          </a:xfrm>
        </p:grpSpPr>
        <p:sp>
          <p:nvSpPr>
            <p:cNvPr id="180" name="Google Shape;180;p6"/>
            <p:cNvSpPr/>
            <p:nvPr/>
          </p:nvSpPr>
          <p:spPr>
            <a:xfrm flipH="1">
              <a:off x="19244" y="4617750"/>
              <a:ext cx="9143874" cy="548378"/>
            </a:xfrm>
            <a:custGeom>
              <a:avLst/>
              <a:gdLst/>
              <a:ahLst/>
              <a:cxnLst/>
              <a:rect l="l" t="t" r="r" b="b"/>
              <a:pathLst>
                <a:path w="367556" h="19840" extrusionOk="0">
                  <a:moveTo>
                    <a:pt x="0" y="19840"/>
                  </a:moveTo>
                  <a:lnTo>
                    <a:pt x="515" y="0"/>
                  </a:lnTo>
                  <a:lnTo>
                    <a:pt x="367556" y="11270"/>
                  </a:lnTo>
                  <a:lnTo>
                    <a:pt x="367044" y="18698"/>
                  </a:lnTo>
                  <a:close/>
                </a:path>
              </a:pathLst>
            </a:custGeom>
            <a:solidFill>
              <a:srgbClr val="4069DD"/>
            </a:solidFill>
            <a:ln>
              <a:noFill/>
            </a:ln>
          </p:spPr>
        </p:sp>
        <p:sp>
          <p:nvSpPr>
            <p:cNvPr id="181" name="Google Shape;181;p6"/>
            <p:cNvSpPr/>
            <p:nvPr/>
          </p:nvSpPr>
          <p:spPr>
            <a:xfrm flipH="1">
              <a:off x="-19118" y="4677825"/>
              <a:ext cx="4769786" cy="473975"/>
            </a:xfrm>
            <a:custGeom>
              <a:avLst/>
              <a:gdLst/>
              <a:ahLst/>
              <a:cxnLst/>
              <a:rect l="l" t="t" r="r" b="b"/>
              <a:pathLst>
                <a:path w="366343" h="18959" extrusionOk="0">
                  <a:moveTo>
                    <a:pt x="0" y="18521"/>
                  </a:moveTo>
                  <a:lnTo>
                    <a:pt x="366343" y="0"/>
                  </a:lnTo>
                  <a:lnTo>
                    <a:pt x="366052" y="18959"/>
                  </a:lnTo>
                  <a:close/>
                </a:path>
              </a:pathLst>
            </a:custGeom>
            <a:solidFill>
              <a:srgbClr val="448AFF"/>
            </a:solidFill>
            <a:ln>
              <a:noFill/>
            </a:ln>
          </p:spPr>
        </p:sp>
      </p:gr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 DO NOT USE">
  <p:cSld name="CUSTOM_1">
    <p:spTree>
      <p:nvGrpSpPr>
        <p:cNvPr id="1" name="Shape 182"/>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7"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264945" y="870271"/>
            <a:ext cx="7242600" cy="11199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Font typeface="Google Sans SemiBold"/>
              <a:buNone/>
              <a:defRPr sz="2800">
                <a:solidFill>
                  <a:schemeClr val="dk1"/>
                </a:solidFill>
                <a:latin typeface="Google Sans SemiBold"/>
                <a:ea typeface="Google Sans SemiBold"/>
                <a:cs typeface="Google Sans SemiBold"/>
                <a:sym typeface="Google Sans SemiBold"/>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264945" y="2253729"/>
            <a:ext cx="7242600" cy="66810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Font typeface="Google Sans"/>
              <a:buChar char="●"/>
              <a:defRPr sz="1800">
                <a:solidFill>
                  <a:schemeClr val="dk2"/>
                </a:solidFill>
                <a:latin typeface="Google Sans"/>
                <a:ea typeface="Google Sans"/>
                <a:cs typeface="Google Sans"/>
                <a:sym typeface="Google Sans"/>
              </a:defRPr>
            </a:lvl1pPr>
            <a:lvl2pPr marL="914400" lvl="1"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2pPr>
            <a:lvl3pPr marL="1371600" lvl="2"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3pPr>
            <a:lvl4pPr marL="1828800" lvl="3"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4pPr>
            <a:lvl5pPr marL="2286000" lvl="4"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5pPr>
            <a:lvl6pPr marL="2743200" lvl="5"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6pPr>
            <a:lvl7pPr marL="3200400" lvl="6"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7pPr>
            <a:lvl8pPr marL="3657600" lvl="7"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8pPr>
            <a:lvl9pPr marL="4114800" lvl="8" indent="-317500">
              <a:lnSpc>
                <a:spcPct val="115000"/>
              </a:lnSpc>
              <a:spcBef>
                <a:spcPts val="0"/>
              </a:spcBef>
              <a:spcAft>
                <a:spcPts val="0"/>
              </a:spcAft>
              <a:buClr>
                <a:schemeClr val="dk2"/>
              </a:buClr>
              <a:buSzPts val="1400"/>
              <a:buFont typeface="Google Sans"/>
              <a:buChar char="■"/>
              <a:defRPr>
                <a:solidFill>
                  <a:schemeClr val="dk2"/>
                </a:solidFill>
                <a:latin typeface="Google Sans"/>
                <a:ea typeface="Google Sans"/>
                <a:cs typeface="Google Sans"/>
                <a:sym typeface="Google Sans"/>
              </a:defRPr>
            </a:lvl9pPr>
          </a:lstStyle>
          <a:p>
            <a:endParaRPr/>
          </a:p>
        </p:txBody>
      </p:sp>
      <p:sp>
        <p:nvSpPr>
          <p:cNvPr id="8" name="Google Shape;8;p1"/>
          <p:cNvSpPr txBox="1">
            <a:spLocks noGrp="1"/>
          </p:cNvSpPr>
          <p:nvPr>
            <p:ph type="sldNum" idx="12"/>
          </p:nvPr>
        </p:nvSpPr>
        <p:spPr>
          <a:xfrm>
            <a:off x="7201589" y="9119180"/>
            <a:ext cx="466500" cy="7698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
        <p:nvSpPr>
          <p:cNvPr id="9" name="Google Shape;9;p1"/>
          <p:cNvSpPr txBox="1"/>
          <p:nvPr/>
        </p:nvSpPr>
        <p:spPr>
          <a:xfrm>
            <a:off x="3247350" y="1195375"/>
            <a:ext cx="4498200" cy="40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endParaRPr>
              <a:solidFill>
                <a:schemeClr val="dk2"/>
              </a:solidFill>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86"/>
        <p:cNvGrpSpPr/>
        <p:nvPr/>
      </p:nvGrpSpPr>
      <p:grpSpPr>
        <a:xfrm>
          <a:off x="0" y="0"/>
          <a:ext cx="0" cy="0"/>
          <a:chOff x="0" y="0"/>
          <a:chExt cx="0" cy="0"/>
        </a:xfrm>
      </p:grpSpPr>
      <p:sp>
        <p:nvSpPr>
          <p:cNvPr id="189" name="Google Shape;189;p8"/>
          <p:cNvSpPr txBox="1"/>
          <p:nvPr/>
        </p:nvSpPr>
        <p:spPr>
          <a:xfrm>
            <a:off x="2169175" y="1507525"/>
            <a:ext cx="54495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Clr>
                <a:schemeClr val="dk1"/>
              </a:buClr>
              <a:buSzPts val="1100"/>
              <a:buFont typeface="Arial"/>
              <a:buNone/>
            </a:pPr>
            <a:r>
              <a:rPr lang="en" sz="1200" dirty="0">
                <a:solidFill>
                  <a:schemeClr val="dk1"/>
                </a:solidFill>
                <a:latin typeface="Google Sans"/>
                <a:ea typeface="Google Sans"/>
                <a:cs typeface="Google Sans"/>
                <a:sym typeface="Google Sans"/>
              </a:rPr>
              <a:t>The TikTok data team wants to develop a machine learning model to assist in the classification of videos as either claims or opinions. Previous investigation into the available data revealed that video engagement levels were highly indicative of claim status. The team is confident that the resulting model will meet all performance requirements. </a:t>
            </a:r>
            <a:endParaRPr sz="1200" dirty="0">
              <a:latin typeface="Google Sans"/>
              <a:ea typeface="Google Sans"/>
              <a:cs typeface="Google Sans"/>
              <a:sym typeface="Google Sans"/>
            </a:endParaRPr>
          </a:p>
        </p:txBody>
      </p:sp>
      <p:sp>
        <p:nvSpPr>
          <p:cNvPr id="190" name="Google Shape;190;p8"/>
          <p:cNvSpPr txBox="1"/>
          <p:nvPr/>
        </p:nvSpPr>
        <p:spPr>
          <a:xfrm>
            <a:off x="335300" y="5029200"/>
            <a:ext cx="38658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Google Sans"/>
                <a:ea typeface="Google Sans"/>
                <a:cs typeface="Google Sans"/>
                <a:sym typeface="Google Sans"/>
              </a:rPr>
              <a:t>Both model architectures—random forest (RF) and XGBoost—performed exceptionally well. The RF model had a better f1 score on the validation dataset and was selected as the champion model</a:t>
            </a:r>
            <a:endParaRPr sz="1200" dirty="0">
              <a:latin typeface="Google Sans"/>
              <a:ea typeface="Google Sans"/>
              <a:cs typeface="Google Sans"/>
              <a:sym typeface="Google Sans"/>
            </a:endParaRPr>
          </a:p>
        </p:txBody>
      </p:sp>
      <p:sp>
        <p:nvSpPr>
          <p:cNvPr id="191" name="Google Shape;191;p8"/>
          <p:cNvSpPr txBox="1"/>
          <p:nvPr/>
        </p:nvSpPr>
        <p:spPr>
          <a:xfrm>
            <a:off x="2169175" y="2539400"/>
            <a:ext cx="5449500" cy="1108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Google Sans"/>
                <a:ea typeface="Google Sans"/>
                <a:cs typeface="Google Sans"/>
                <a:sym typeface="Google Sans"/>
              </a:rPr>
              <a:t>TikTok videos receive a large number of user reports, not all of which can undergo review by a human moderator. Videos that make claims (as opposed to opinions) are much more likely to contain content that violates the platform’s terms of service. TikTok seeks a way to identify videos that make claims to prioritize them for review.</a:t>
            </a:r>
            <a:endParaRPr sz="1200" dirty="0">
              <a:latin typeface="Google Sans"/>
              <a:ea typeface="Google Sans"/>
              <a:cs typeface="Google Sans"/>
              <a:sym typeface="Google Sans"/>
            </a:endParaRPr>
          </a:p>
        </p:txBody>
      </p:sp>
      <p:sp>
        <p:nvSpPr>
          <p:cNvPr id="192" name="Google Shape;192;p8"/>
          <p:cNvSpPr txBox="1"/>
          <p:nvPr/>
        </p:nvSpPr>
        <p:spPr>
          <a:xfrm>
            <a:off x="2169175" y="3504150"/>
            <a:ext cx="5449500" cy="9234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None/>
            </a:pPr>
            <a:r>
              <a:rPr lang="en" sz="1200" dirty="0">
                <a:solidFill>
                  <a:schemeClr val="dk1"/>
                </a:solidFill>
                <a:latin typeface="Google Sans"/>
                <a:ea typeface="Google Sans"/>
                <a:cs typeface="Google Sans"/>
                <a:sym typeface="Google Sans"/>
              </a:rPr>
              <a:t>The data team built two tree-based classification models. Both models were used to </a:t>
            </a:r>
            <a:r>
              <a:rPr lang="en" sz="1200" dirty="0">
                <a:latin typeface="Google Sans"/>
                <a:ea typeface="Google Sans"/>
                <a:cs typeface="Google Sans"/>
                <a:sym typeface="Google Sans"/>
              </a:rPr>
              <a:t>predict</a:t>
            </a:r>
            <a:r>
              <a:rPr lang="en" sz="1200" dirty="0">
                <a:solidFill>
                  <a:schemeClr val="dk1"/>
                </a:solidFill>
                <a:latin typeface="Google Sans"/>
                <a:ea typeface="Google Sans"/>
                <a:cs typeface="Google Sans"/>
                <a:sym typeface="Google Sans"/>
              </a:rPr>
              <a:t> on a held-out validation dataset, and final model selection was determined by the model with the best f1 score. The final model was then used to score a test dataset to estimate future performance.</a:t>
            </a:r>
            <a:endParaRPr sz="1200" dirty="0">
              <a:latin typeface="Google Sans"/>
              <a:ea typeface="Google Sans"/>
              <a:cs typeface="Google Sans"/>
              <a:sym typeface="Google Sans"/>
            </a:endParaRPr>
          </a:p>
        </p:txBody>
      </p:sp>
      <p:sp>
        <p:nvSpPr>
          <p:cNvPr id="193" name="Google Shape;193;p8"/>
          <p:cNvSpPr txBox="1"/>
          <p:nvPr/>
        </p:nvSpPr>
        <p:spPr>
          <a:xfrm>
            <a:off x="335300" y="5843600"/>
            <a:ext cx="3865800" cy="738633"/>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Google Sans"/>
                <a:ea typeface="Google Sans"/>
                <a:cs typeface="Google Sans"/>
                <a:sym typeface="Google Sans"/>
              </a:rPr>
              <a:t>Performance on the test holdout data yielded near impressive scores, with only 17 videos about opinions misclassified as claims out of 3,817.</a:t>
            </a:r>
            <a:endParaRPr sz="1200" dirty="0">
              <a:latin typeface="Google Sans"/>
              <a:ea typeface="Google Sans"/>
              <a:cs typeface="Google Sans"/>
              <a:sym typeface="Google Sans"/>
            </a:endParaRPr>
          </a:p>
        </p:txBody>
      </p:sp>
      <p:sp>
        <p:nvSpPr>
          <p:cNvPr id="194" name="Google Shape;194;p8"/>
          <p:cNvSpPr txBox="1"/>
          <p:nvPr/>
        </p:nvSpPr>
        <p:spPr>
          <a:xfrm>
            <a:off x="335300" y="6461950"/>
            <a:ext cx="3969000" cy="1662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dirty="0">
                <a:latin typeface="Google Sans"/>
                <a:ea typeface="Google Sans"/>
                <a:cs typeface="Google Sans"/>
                <a:sym typeface="Google Sans"/>
              </a:rPr>
              <a:t>Subsequent analysis indicated that, as expected, the primary predictors were all related to video engagement levels, with video </a:t>
            </a:r>
            <a:r>
              <a:rPr lang="en" sz="1200">
                <a:latin typeface="Google Sans"/>
                <a:ea typeface="Google Sans"/>
                <a:cs typeface="Google Sans"/>
                <a:sym typeface="Google Sans"/>
              </a:rPr>
              <a:t>view count, </a:t>
            </a:r>
            <a:r>
              <a:rPr lang="en" sz="1200" dirty="0">
                <a:latin typeface="Google Sans"/>
                <a:ea typeface="Google Sans"/>
                <a:cs typeface="Google Sans"/>
                <a:sym typeface="Google Sans"/>
              </a:rPr>
              <a:t>share count, and download count accounting for nearly all predictive signal in the data. With these results, we can conclude that videos with higher user engagement levels were much more likely to be claims. In fact, no opinion video had more than 10,000 views.</a:t>
            </a:r>
            <a:endParaRPr sz="1200" dirty="0">
              <a:latin typeface="Google Sans"/>
              <a:ea typeface="Google Sans"/>
              <a:cs typeface="Google Sans"/>
              <a:sym typeface="Google Sans"/>
            </a:endParaRPr>
          </a:p>
        </p:txBody>
      </p:sp>
      <p:sp>
        <p:nvSpPr>
          <p:cNvPr id="195" name="Google Shape;195;p8"/>
          <p:cNvSpPr txBox="1"/>
          <p:nvPr/>
        </p:nvSpPr>
        <p:spPr>
          <a:xfrm>
            <a:off x="440525" y="8524750"/>
            <a:ext cx="6999600" cy="923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200">
                <a:latin typeface="Google Sans"/>
                <a:ea typeface="Google Sans"/>
                <a:cs typeface="Google Sans"/>
                <a:sym typeface="Google Sans"/>
              </a:rPr>
              <a:t>As noted, the model performed exceptionally well on the test holdout data. Before deploying the model, the data team recommends further evaluation using additional subsets of user data. Furthermore, the data team recommends monitoring the distributions of video engagement levels to ensure that the model remains robust to fluctuations in its most predictive features.</a:t>
            </a:r>
            <a:endParaRPr sz="1200">
              <a:latin typeface="Google Sans"/>
              <a:ea typeface="Google Sans"/>
              <a:cs typeface="Google Sans"/>
              <a:sym typeface="Google Sans"/>
            </a:endParaRPr>
          </a:p>
        </p:txBody>
      </p:sp>
      <p:sp>
        <p:nvSpPr>
          <p:cNvPr id="196" name="Google Shape;196;p8"/>
          <p:cNvSpPr txBox="1"/>
          <p:nvPr/>
        </p:nvSpPr>
        <p:spPr>
          <a:xfrm>
            <a:off x="4554000" y="4662075"/>
            <a:ext cx="2504100" cy="642600"/>
          </a:xfrm>
          <a:prstGeom prst="rect">
            <a:avLst/>
          </a:prstGeom>
          <a:noFill/>
          <a:ln>
            <a:noFill/>
          </a:ln>
        </p:spPr>
        <p:txBody>
          <a:bodyPr spcFirstLastPara="1" wrap="square" lIns="91425" tIns="91425" rIns="91425" bIns="91425" anchor="t" anchorCtr="0">
            <a:noAutofit/>
          </a:bodyPr>
          <a:lstStyle/>
          <a:p>
            <a:pPr marL="0" lvl="0" indent="0" algn="l" rtl="0">
              <a:lnSpc>
                <a:spcPct val="105000"/>
              </a:lnSpc>
              <a:spcBef>
                <a:spcPts val="0"/>
              </a:spcBef>
              <a:spcAft>
                <a:spcPts val="0"/>
              </a:spcAft>
              <a:buSzPts val="358"/>
              <a:buNone/>
            </a:pPr>
            <a:r>
              <a:rPr lang="en" sz="657" i="1">
                <a:latin typeface="Lato"/>
                <a:ea typeface="Lato"/>
                <a:cs typeface="Lato"/>
                <a:sym typeface="Lato"/>
              </a:rPr>
              <a:t>Confusion matrix for the champion RF model on test holdout data shows only five misclassified samples out of 3,817.</a:t>
            </a:r>
            <a:endParaRPr sz="657" i="1">
              <a:solidFill>
                <a:srgbClr val="000000"/>
              </a:solidFill>
              <a:latin typeface="Lato"/>
              <a:ea typeface="Lato"/>
              <a:cs typeface="Lato"/>
              <a:sym typeface="Lato"/>
            </a:endParaRPr>
          </a:p>
        </p:txBody>
      </p:sp>
      <p:pic>
        <p:nvPicPr>
          <p:cNvPr id="3" name="Picture 2">
            <a:extLst>
              <a:ext uri="{FF2B5EF4-FFF2-40B4-BE49-F238E27FC236}">
                <a16:creationId xmlns:a16="http://schemas.microsoft.com/office/drawing/2014/main" id="{20613A61-9316-1A40-4891-1C850D2CD7EF}"/>
              </a:ext>
            </a:extLst>
          </p:cNvPr>
          <p:cNvPicPr>
            <a:picLocks noChangeAspect="1"/>
          </p:cNvPicPr>
          <p:nvPr/>
        </p:nvPicPr>
        <p:blipFill>
          <a:blip r:embed="rId3"/>
          <a:stretch>
            <a:fillRect/>
          </a:stretch>
        </p:blipFill>
        <p:spPr>
          <a:xfrm>
            <a:off x="4321900" y="5046100"/>
            <a:ext cx="3115200" cy="2613139"/>
          </a:xfrm>
          <a:prstGeom prst="rect">
            <a:avLst/>
          </a:prstGeom>
        </p:spPr>
      </p:pic>
      <p:sp>
        <p:nvSpPr>
          <p:cNvPr id="6" name="TextBox 5">
            <a:extLst>
              <a:ext uri="{FF2B5EF4-FFF2-40B4-BE49-F238E27FC236}">
                <a16:creationId xmlns:a16="http://schemas.microsoft.com/office/drawing/2014/main" id="{E3CA3B5D-1B4C-0C2D-E2B6-ECBB4D78A26C}"/>
              </a:ext>
            </a:extLst>
          </p:cNvPr>
          <p:cNvSpPr txBox="1"/>
          <p:nvPr/>
        </p:nvSpPr>
        <p:spPr>
          <a:xfrm>
            <a:off x="-31425" y="287741"/>
            <a:ext cx="7803825" cy="1077218"/>
          </a:xfrm>
          <a:prstGeom prst="rect">
            <a:avLst/>
          </a:prstGeom>
          <a:noFill/>
        </p:spPr>
        <p:txBody>
          <a:bodyPr wrap="square">
            <a:spAutoFit/>
          </a:bodyPr>
          <a:lstStyle/>
          <a:p>
            <a:pPr algn="ctr"/>
            <a:r>
              <a:rPr lang="en-US" sz="2400" b="1" dirty="0">
                <a:latin typeface="Google Sans" panose="020B0604020202020204" charset="0"/>
                <a:ea typeface="Google Sans" panose="020B0604020202020204" charset="0"/>
                <a:cs typeface="Google Sans" panose="020B0604020202020204" charset="0"/>
              </a:rPr>
              <a:t>Executive Summary: Machine Learning Outcomes</a:t>
            </a:r>
          </a:p>
          <a:p>
            <a:pPr>
              <a:buNone/>
            </a:pPr>
            <a:endParaRPr lang="en-US" sz="800" b="0" dirty="0">
              <a:effectLst/>
            </a:endParaRPr>
          </a:p>
          <a:p>
            <a:pPr algn="ctr">
              <a:buNone/>
            </a:pPr>
            <a:r>
              <a:rPr lang="en-US" sz="1800" dirty="0">
                <a:latin typeface="PT Sans Narrow" panose="020B0506020203020204" pitchFamily="34" charset="0"/>
              </a:rPr>
              <a:t>TikTok Claims Classification Project</a:t>
            </a:r>
            <a:br>
              <a:rPr lang="en-US" dirty="0"/>
            </a:br>
            <a:endParaRPr lang="en-US" dirty="0"/>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Metadata/LabelInfo.xml><?xml version="1.0" encoding="utf-8"?>
<clbl:labelList xmlns:clbl="http://schemas.microsoft.com/office/2020/mipLabelMetadata">
  <clbl:label id="{15ce9348-be2a-462b-8fc0-e1765a9b204a}" enabled="0" method="" siteId="{15ce9348-be2a-462b-8fc0-e1765a9b204a}" removed="1"/>
</clbl:labelList>
</file>

<file path=docProps/app.xml><?xml version="1.0" encoding="utf-8"?>
<Properties xmlns="http://schemas.openxmlformats.org/officeDocument/2006/extended-properties" xmlns:vt="http://schemas.openxmlformats.org/officeDocument/2006/docPropsVTypes">
  <TotalTime>0</TotalTime>
  <Words>395</Words>
  <Application>Microsoft Office PowerPoint</Application>
  <PresentationFormat>Custom</PresentationFormat>
  <Paragraphs>11</Paragraphs>
  <Slides>1</Slides>
  <Notes>1</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vt:i4>
      </vt:variant>
    </vt:vector>
  </HeadingPairs>
  <TitlesOfParts>
    <vt:vector size="10" baseType="lpstr">
      <vt:lpstr>Google Sans</vt:lpstr>
      <vt:lpstr>Work Sans</vt:lpstr>
      <vt:lpstr>Arial</vt:lpstr>
      <vt:lpstr>Calibri</vt:lpstr>
      <vt:lpstr>PT Sans Narrow</vt:lpstr>
      <vt:lpstr>Lato</vt:lpstr>
      <vt:lpstr>Google Sans SemiBold</vt:lpstr>
      <vt:lpstr>Roboto</vt:lpstr>
      <vt:lpstr>Simple Light</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#NGUYEN DANG DUNG#</cp:lastModifiedBy>
  <cp:revision>1</cp:revision>
  <dcterms:modified xsi:type="dcterms:W3CDTF">2026-04-01T13:27:44Z</dcterms:modified>
</cp:coreProperties>
</file>